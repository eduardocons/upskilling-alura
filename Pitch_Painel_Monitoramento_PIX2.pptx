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7" r:id="rId3"/>
    <p:sldId id="26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1C070E1-2B51-4D79-8E3B-5A55C7FEF961}" v="2" dt="2026-10-21T16:56:26.257"/>
    <p1510:client id="{82B6804A-8383-437A-B9E2-F2B692684C8C}" v="7" dt="2026-10-21T16:41:15.630"/>
    <p1510:client id="{B5268987-9010-4397-8D94-9483F641CD4C}" v="12" dt="2026-10-21T16:31:59.981"/>
    <p1510:client id="{C1CB1E00-B04B-4622-AD51-37F94AB2C6B7}" v="333" dt="2026-10-21T20:51:54.937"/>
    <p1510:client id="{E6674D4B-AC1B-46E2-B34C-A0F1163AEB64}" v="4" dt="2026-10-21T20:05:57.8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0995" autoAdjust="0"/>
  </p:normalViewPr>
  <p:slideViewPr>
    <p:cSldViewPr snapToGrid="0">
      <p:cViewPr varScale="1">
        <p:scale>
          <a:sx n="100" d="100"/>
          <a:sy n="100" d="100"/>
        </p:scale>
        <p:origin x="191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duardo Constantino de Oliveira" userId="75b2045e-f809-41db-8c0b-00c23dd109bc" providerId="ADAL" clId="{EFA10B03-A0E9-4475-B3C7-51D344027911}"/>
    <pc:docChg chg="undo custSel addSld modSld">
      <pc:chgData name="Eduardo Constantino de Oliveira" userId="75b2045e-f809-41db-8c0b-00c23dd109bc" providerId="ADAL" clId="{EFA10B03-A0E9-4475-B3C7-51D344027911}" dt="2026-10-21T20:51:54.937" v="552" actId="6549"/>
      <pc:docMkLst>
        <pc:docMk/>
      </pc:docMkLst>
      <pc:sldChg chg="delSp modSp mod modNotesTx">
        <pc:chgData name="Eduardo Constantino de Oliveira" userId="75b2045e-f809-41db-8c0b-00c23dd109bc" providerId="ADAL" clId="{EFA10B03-A0E9-4475-B3C7-51D344027911}" dt="2026-10-21T16:56:25.006" v="178" actId="20577"/>
        <pc:sldMkLst>
          <pc:docMk/>
          <pc:sldMk cId="0" sldId="256"/>
        </pc:sldMkLst>
        <pc:spChg chg="mod">
          <ac:chgData name="Eduardo Constantino de Oliveira" userId="75b2045e-f809-41db-8c0b-00c23dd109bc" providerId="ADAL" clId="{EFA10B03-A0E9-4475-B3C7-51D344027911}" dt="2026-10-21T16:51:46.401" v="107" actId="1076"/>
          <ac:spMkLst>
            <pc:docMk/>
            <pc:sldMk cId="0" sldId="256"/>
            <ac:spMk id="5" creationId="{00000000-0000-0000-0000-000000000000}"/>
          </ac:spMkLst>
        </pc:spChg>
        <pc:spChg chg="del mod">
          <ac:chgData name="Eduardo Constantino de Oliveira" userId="75b2045e-f809-41db-8c0b-00c23dd109bc" providerId="ADAL" clId="{EFA10B03-A0E9-4475-B3C7-51D344027911}" dt="2026-10-21T16:51:37.670" v="106" actId="478"/>
          <ac:spMkLst>
            <pc:docMk/>
            <pc:sldMk cId="0" sldId="256"/>
            <ac:spMk id="6" creationId="{00000000-0000-0000-0000-000000000000}"/>
          </ac:spMkLst>
        </pc:spChg>
      </pc:sldChg>
      <pc:sldChg chg="delSp modSp mod modShow">
        <pc:chgData name="Eduardo Constantino de Oliveira" userId="75b2045e-f809-41db-8c0b-00c23dd109bc" providerId="ADAL" clId="{EFA10B03-A0E9-4475-B3C7-51D344027911}" dt="2026-10-21T16:59:03.845" v="215" actId="1076"/>
        <pc:sldMkLst>
          <pc:docMk/>
          <pc:sldMk cId="0" sldId="257"/>
        </pc:sldMkLst>
        <pc:spChg chg="del">
          <ac:chgData name="Eduardo Constantino de Oliveira" userId="75b2045e-f809-41db-8c0b-00c23dd109bc" providerId="ADAL" clId="{EFA10B03-A0E9-4475-B3C7-51D344027911}" dt="2026-10-21T16:58:23.254" v="206" actId="478"/>
          <ac:spMkLst>
            <pc:docMk/>
            <pc:sldMk cId="0" sldId="257"/>
            <ac:spMk id="7" creationId="{00000000-0000-0000-0000-000000000000}"/>
          </ac:spMkLst>
        </pc:spChg>
        <pc:spChg chg="del">
          <ac:chgData name="Eduardo Constantino de Oliveira" userId="75b2045e-f809-41db-8c0b-00c23dd109bc" providerId="ADAL" clId="{EFA10B03-A0E9-4475-B3C7-51D344027911}" dt="2026-10-21T16:58:25.130" v="207" actId="478"/>
          <ac:spMkLst>
            <pc:docMk/>
            <pc:sldMk cId="0" sldId="257"/>
            <ac:spMk id="8" creationId="{00000000-0000-0000-0000-000000000000}"/>
          </ac:spMkLst>
        </pc:spChg>
        <pc:spChg chg="del">
          <ac:chgData name="Eduardo Constantino de Oliveira" userId="75b2045e-f809-41db-8c0b-00c23dd109bc" providerId="ADAL" clId="{EFA10B03-A0E9-4475-B3C7-51D344027911}" dt="2026-10-21T16:58:34.442" v="211" actId="478"/>
          <ac:spMkLst>
            <pc:docMk/>
            <pc:sldMk cId="0" sldId="257"/>
            <ac:spMk id="9" creationId="{00000000-0000-0000-0000-000000000000}"/>
          </ac:spMkLst>
        </pc:spChg>
        <pc:spChg chg="del">
          <ac:chgData name="Eduardo Constantino de Oliveira" userId="75b2045e-f809-41db-8c0b-00c23dd109bc" providerId="ADAL" clId="{EFA10B03-A0E9-4475-B3C7-51D344027911}" dt="2026-10-21T16:58:34.442" v="211" actId="478"/>
          <ac:spMkLst>
            <pc:docMk/>
            <pc:sldMk cId="0" sldId="257"/>
            <ac:spMk id="11" creationId="{00000000-0000-0000-0000-000000000000}"/>
          </ac:spMkLst>
        </pc:spChg>
        <pc:spChg chg="del">
          <ac:chgData name="Eduardo Constantino de Oliveira" userId="75b2045e-f809-41db-8c0b-00c23dd109bc" providerId="ADAL" clId="{EFA10B03-A0E9-4475-B3C7-51D344027911}" dt="2026-10-21T16:58:34.442" v="211" actId="478"/>
          <ac:spMkLst>
            <pc:docMk/>
            <pc:sldMk cId="0" sldId="257"/>
            <ac:spMk id="12" creationId="{00000000-0000-0000-0000-000000000000}"/>
          </ac:spMkLst>
        </pc:spChg>
        <pc:spChg chg="del">
          <ac:chgData name="Eduardo Constantino de Oliveira" userId="75b2045e-f809-41db-8c0b-00c23dd109bc" providerId="ADAL" clId="{EFA10B03-A0E9-4475-B3C7-51D344027911}" dt="2026-10-21T16:58:21.472" v="205" actId="478"/>
          <ac:spMkLst>
            <pc:docMk/>
            <pc:sldMk cId="0" sldId="257"/>
            <ac:spMk id="13" creationId="{00000000-0000-0000-0000-000000000000}"/>
          </ac:spMkLst>
        </pc:spChg>
        <pc:spChg chg="del">
          <ac:chgData name="Eduardo Constantino de Oliveira" userId="75b2045e-f809-41db-8c0b-00c23dd109bc" providerId="ADAL" clId="{EFA10B03-A0E9-4475-B3C7-51D344027911}" dt="2026-10-21T16:58:26.633" v="208" actId="478"/>
          <ac:spMkLst>
            <pc:docMk/>
            <pc:sldMk cId="0" sldId="257"/>
            <ac:spMk id="14" creationId="{00000000-0000-0000-0000-000000000000}"/>
          </ac:spMkLst>
        </pc:spChg>
        <pc:spChg chg="del">
          <ac:chgData name="Eduardo Constantino de Oliveira" userId="75b2045e-f809-41db-8c0b-00c23dd109bc" providerId="ADAL" clId="{EFA10B03-A0E9-4475-B3C7-51D344027911}" dt="2026-10-21T16:58:29.379" v="209" actId="478"/>
          <ac:spMkLst>
            <pc:docMk/>
            <pc:sldMk cId="0" sldId="257"/>
            <ac:spMk id="15" creationId="{00000000-0000-0000-0000-000000000000}"/>
          </ac:spMkLst>
        </pc:spChg>
        <pc:spChg chg="del">
          <ac:chgData name="Eduardo Constantino de Oliveira" userId="75b2045e-f809-41db-8c0b-00c23dd109bc" providerId="ADAL" clId="{EFA10B03-A0E9-4475-B3C7-51D344027911}" dt="2026-10-21T16:58:32.061" v="210" actId="478"/>
          <ac:spMkLst>
            <pc:docMk/>
            <pc:sldMk cId="0" sldId="257"/>
            <ac:spMk id="17" creationId="{00000000-0000-0000-0000-000000000000}"/>
          </ac:spMkLst>
        </pc:spChg>
        <pc:spChg chg="del">
          <ac:chgData name="Eduardo Constantino de Oliveira" userId="75b2045e-f809-41db-8c0b-00c23dd109bc" providerId="ADAL" clId="{EFA10B03-A0E9-4475-B3C7-51D344027911}" dt="2026-10-21T16:58:32.061" v="210" actId="478"/>
          <ac:spMkLst>
            <pc:docMk/>
            <pc:sldMk cId="0" sldId="257"/>
            <ac:spMk id="18" creationId="{00000000-0000-0000-0000-000000000000}"/>
          </ac:spMkLst>
        </pc:spChg>
        <pc:spChg chg="mod">
          <ac:chgData name="Eduardo Constantino de Oliveira" userId="75b2045e-f809-41db-8c0b-00c23dd109bc" providerId="ADAL" clId="{EFA10B03-A0E9-4475-B3C7-51D344027911}" dt="2026-10-21T16:59:03.845" v="215" actId="1076"/>
          <ac:spMkLst>
            <pc:docMk/>
            <pc:sldMk cId="0" sldId="257"/>
            <ac:spMk id="19" creationId="{00000000-0000-0000-0000-000000000000}"/>
          </ac:spMkLst>
        </pc:spChg>
        <pc:spChg chg="mod">
          <ac:chgData name="Eduardo Constantino de Oliveira" userId="75b2045e-f809-41db-8c0b-00c23dd109bc" providerId="ADAL" clId="{EFA10B03-A0E9-4475-B3C7-51D344027911}" dt="2026-10-21T16:59:03.845" v="215" actId="1076"/>
          <ac:spMkLst>
            <pc:docMk/>
            <pc:sldMk cId="0" sldId="257"/>
            <ac:spMk id="20" creationId="{00000000-0000-0000-0000-000000000000}"/>
          </ac:spMkLst>
        </pc:spChg>
        <pc:spChg chg="mod">
          <ac:chgData name="Eduardo Constantino de Oliveira" userId="75b2045e-f809-41db-8c0b-00c23dd109bc" providerId="ADAL" clId="{EFA10B03-A0E9-4475-B3C7-51D344027911}" dt="2026-10-21T16:59:03.845" v="215" actId="1076"/>
          <ac:spMkLst>
            <pc:docMk/>
            <pc:sldMk cId="0" sldId="257"/>
            <ac:spMk id="21" creationId="{00000000-0000-0000-0000-000000000000}"/>
          </ac:spMkLst>
        </pc:spChg>
        <pc:spChg chg="mod">
          <ac:chgData name="Eduardo Constantino de Oliveira" userId="75b2045e-f809-41db-8c0b-00c23dd109bc" providerId="ADAL" clId="{EFA10B03-A0E9-4475-B3C7-51D344027911}" dt="2026-10-21T16:59:03.845" v="215" actId="1076"/>
          <ac:spMkLst>
            <pc:docMk/>
            <pc:sldMk cId="0" sldId="257"/>
            <ac:spMk id="23" creationId="{00000000-0000-0000-0000-000000000000}"/>
          </ac:spMkLst>
        </pc:spChg>
        <pc:spChg chg="mod">
          <ac:chgData name="Eduardo Constantino de Oliveira" userId="75b2045e-f809-41db-8c0b-00c23dd109bc" providerId="ADAL" clId="{EFA10B03-A0E9-4475-B3C7-51D344027911}" dt="2026-10-21T16:59:03.845" v="215" actId="1076"/>
          <ac:spMkLst>
            <pc:docMk/>
            <pc:sldMk cId="0" sldId="257"/>
            <ac:spMk id="24" creationId="{00000000-0000-0000-0000-000000000000}"/>
          </ac:spMkLst>
        </pc:spChg>
        <pc:spChg chg="mod">
          <ac:chgData name="Eduardo Constantino de Oliveira" userId="75b2045e-f809-41db-8c0b-00c23dd109bc" providerId="ADAL" clId="{EFA10B03-A0E9-4475-B3C7-51D344027911}" dt="2026-10-21T16:58:58.199" v="214" actId="1076"/>
          <ac:spMkLst>
            <pc:docMk/>
            <pc:sldMk cId="0" sldId="257"/>
            <ac:spMk id="25" creationId="{00000000-0000-0000-0000-000000000000}"/>
          </ac:spMkLst>
        </pc:spChg>
        <pc:spChg chg="del mod">
          <ac:chgData name="Eduardo Constantino de Oliveira" userId="75b2045e-f809-41db-8c0b-00c23dd109bc" providerId="ADAL" clId="{EFA10B03-A0E9-4475-B3C7-51D344027911}" dt="2026-10-21T16:44:05.200" v="10" actId="478"/>
          <ac:spMkLst>
            <pc:docMk/>
            <pc:sldMk cId="0" sldId="257"/>
            <ac:spMk id="26" creationId="{00000000-0000-0000-0000-000000000000}"/>
          </ac:spMkLst>
        </pc:spChg>
        <pc:spChg chg="del">
          <ac:chgData name="Eduardo Constantino de Oliveira" userId="75b2045e-f809-41db-8c0b-00c23dd109bc" providerId="ADAL" clId="{EFA10B03-A0E9-4475-B3C7-51D344027911}" dt="2026-10-21T16:44:07.594" v="11" actId="478"/>
          <ac:spMkLst>
            <pc:docMk/>
            <pc:sldMk cId="0" sldId="257"/>
            <ac:spMk id="27" creationId="{00000000-0000-0000-0000-000000000000}"/>
          </ac:spMkLst>
        </pc:spChg>
        <pc:spChg chg="del">
          <ac:chgData name="Eduardo Constantino de Oliveira" userId="75b2045e-f809-41db-8c0b-00c23dd109bc" providerId="ADAL" clId="{EFA10B03-A0E9-4475-B3C7-51D344027911}" dt="2026-10-21T16:44:02.776" v="9" actId="478"/>
          <ac:spMkLst>
            <pc:docMk/>
            <pc:sldMk cId="0" sldId="257"/>
            <ac:spMk id="28" creationId="{00000000-0000-0000-0000-000000000000}"/>
          </ac:spMkLst>
        </pc:spChg>
        <pc:spChg chg="del mod">
          <ac:chgData name="Eduardo Constantino de Oliveira" userId="75b2045e-f809-41db-8c0b-00c23dd109bc" providerId="ADAL" clId="{EFA10B03-A0E9-4475-B3C7-51D344027911}" dt="2026-10-21T16:44:11.715" v="13" actId="478"/>
          <ac:spMkLst>
            <pc:docMk/>
            <pc:sldMk cId="0" sldId="257"/>
            <ac:spMk id="29" creationId="{00000000-0000-0000-0000-000000000000}"/>
          </ac:spMkLst>
        </pc:spChg>
        <pc:spChg chg="mod">
          <ac:chgData name="Eduardo Constantino de Oliveira" userId="75b2045e-f809-41db-8c0b-00c23dd109bc" providerId="ADAL" clId="{EFA10B03-A0E9-4475-B3C7-51D344027911}" dt="2026-10-21T16:58:58.199" v="214" actId="1076"/>
          <ac:spMkLst>
            <pc:docMk/>
            <pc:sldMk cId="0" sldId="257"/>
            <ac:spMk id="30" creationId="{00000000-0000-0000-0000-000000000000}"/>
          </ac:spMkLst>
        </pc:spChg>
        <pc:spChg chg="mod">
          <ac:chgData name="Eduardo Constantino de Oliveira" userId="75b2045e-f809-41db-8c0b-00c23dd109bc" providerId="ADAL" clId="{EFA10B03-A0E9-4475-B3C7-51D344027911}" dt="2026-10-21T16:58:58.199" v="214" actId="1076"/>
          <ac:spMkLst>
            <pc:docMk/>
            <pc:sldMk cId="0" sldId="257"/>
            <ac:spMk id="31" creationId="{00000000-0000-0000-0000-000000000000}"/>
          </ac:spMkLst>
        </pc:spChg>
        <pc:picChg chg="del">
          <ac:chgData name="Eduardo Constantino de Oliveira" userId="75b2045e-f809-41db-8c0b-00c23dd109bc" providerId="ADAL" clId="{EFA10B03-A0E9-4475-B3C7-51D344027911}" dt="2026-10-21T16:58:34.442" v="211" actId="478"/>
          <ac:picMkLst>
            <pc:docMk/>
            <pc:sldMk cId="0" sldId="257"/>
            <ac:picMk id="10" creationId="{00000000-0000-0000-0000-000000000000}"/>
          </ac:picMkLst>
        </pc:picChg>
        <pc:picChg chg="del">
          <ac:chgData name="Eduardo Constantino de Oliveira" userId="75b2045e-f809-41db-8c0b-00c23dd109bc" providerId="ADAL" clId="{EFA10B03-A0E9-4475-B3C7-51D344027911}" dt="2026-10-21T16:58:29.379" v="209" actId="478"/>
          <ac:picMkLst>
            <pc:docMk/>
            <pc:sldMk cId="0" sldId="257"/>
            <ac:picMk id="16" creationId="{00000000-0000-0000-0000-000000000000}"/>
          </ac:picMkLst>
        </pc:picChg>
        <pc:picChg chg="mod">
          <ac:chgData name="Eduardo Constantino de Oliveira" userId="75b2045e-f809-41db-8c0b-00c23dd109bc" providerId="ADAL" clId="{EFA10B03-A0E9-4475-B3C7-51D344027911}" dt="2026-10-21T16:59:03.845" v="215" actId="1076"/>
          <ac:picMkLst>
            <pc:docMk/>
            <pc:sldMk cId="0" sldId="257"/>
            <ac:picMk id="22" creationId="{00000000-0000-0000-0000-000000000000}"/>
          </ac:picMkLst>
        </pc:picChg>
      </pc:sldChg>
      <pc:sldChg chg="delSp modSp mod modShow">
        <pc:chgData name="Eduardo Constantino de Oliveira" userId="75b2045e-f809-41db-8c0b-00c23dd109bc" providerId="ADAL" clId="{EFA10B03-A0E9-4475-B3C7-51D344027911}" dt="2026-10-21T16:59:54.866" v="216" actId="729"/>
        <pc:sldMkLst>
          <pc:docMk/>
          <pc:sldMk cId="0" sldId="258"/>
        </pc:sldMkLst>
        <pc:spChg chg="mod">
          <ac:chgData name="Eduardo Constantino de Oliveira" userId="75b2045e-f809-41db-8c0b-00c23dd109bc" providerId="ADAL" clId="{EFA10B03-A0E9-4475-B3C7-51D344027911}" dt="2026-10-21T16:47:06.009" v="44" actId="20577"/>
          <ac:spMkLst>
            <pc:docMk/>
            <pc:sldMk cId="0" sldId="258"/>
            <ac:spMk id="3" creationId="{00000000-0000-0000-0000-000000000000}"/>
          </ac:spMkLst>
        </pc:spChg>
        <pc:spChg chg="del">
          <ac:chgData name="Eduardo Constantino de Oliveira" userId="75b2045e-f809-41db-8c0b-00c23dd109bc" providerId="ADAL" clId="{EFA10B03-A0E9-4475-B3C7-51D344027911}" dt="2026-10-21T16:45:32.943" v="14" actId="478"/>
          <ac:spMkLst>
            <pc:docMk/>
            <pc:sldMk cId="0" sldId="258"/>
            <ac:spMk id="7" creationId="{00000000-0000-0000-0000-000000000000}"/>
          </ac:spMkLst>
        </pc:spChg>
        <pc:spChg chg="del">
          <ac:chgData name="Eduardo Constantino de Oliveira" userId="75b2045e-f809-41db-8c0b-00c23dd109bc" providerId="ADAL" clId="{EFA10B03-A0E9-4475-B3C7-51D344027911}" dt="2026-10-21T16:45:34.919" v="15" actId="478"/>
          <ac:spMkLst>
            <pc:docMk/>
            <pc:sldMk cId="0" sldId="258"/>
            <ac:spMk id="8" creationId="{00000000-0000-0000-0000-000000000000}"/>
          </ac:spMkLst>
        </pc:spChg>
        <pc:spChg chg="del mod">
          <ac:chgData name="Eduardo Constantino de Oliveira" userId="75b2045e-f809-41db-8c0b-00c23dd109bc" providerId="ADAL" clId="{EFA10B03-A0E9-4475-B3C7-51D344027911}" dt="2026-10-21T16:45:38.759" v="17" actId="478"/>
          <ac:spMkLst>
            <pc:docMk/>
            <pc:sldMk cId="0" sldId="258"/>
            <ac:spMk id="15" creationId="{00000000-0000-0000-0000-000000000000}"/>
          </ac:spMkLst>
        </pc:spChg>
        <pc:graphicFrameChg chg="mod">
          <ac:chgData name="Eduardo Constantino de Oliveira" userId="75b2045e-f809-41db-8c0b-00c23dd109bc" providerId="ADAL" clId="{EFA10B03-A0E9-4475-B3C7-51D344027911}" dt="2026-10-21T16:45:43.629" v="18" actId="1076"/>
          <ac:graphicFrameMkLst>
            <pc:docMk/>
            <pc:sldMk cId="0" sldId="258"/>
            <ac:graphicFrameMk id="9" creationId="{00000000-0000-0000-0000-000000000000}"/>
          </ac:graphicFrameMkLst>
        </pc:graphicFrameChg>
      </pc:sldChg>
      <pc:sldChg chg="mod modShow">
        <pc:chgData name="Eduardo Constantino de Oliveira" userId="75b2045e-f809-41db-8c0b-00c23dd109bc" providerId="ADAL" clId="{EFA10B03-A0E9-4475-B3C7-51D344027911}" dt="2026-10-21T16:38:24.197" v="1" actId="729"/>
        <pc:sldMkLst>
          <pc:docMk/>
          <pc:sldMk cId="0" sldId="259"/>
        </pc:sldMkLst>
      </pc:sldChg>
      <pc:sldChg chg="modSp mod">
        <pc:chgData name="Eduardo Constantino de Oliveira" userId="75b2045e-f809-41db-8c0b-00c23dd109bc" providerId="ADAL" clId="{EFA10B03-A0E9-4475-B3C7-51D344027911}" dt="2026-10-21T20:49:13.737" v="526" actId="20577"/>
        <pc:sldMkLst>
          <pc:docMk/>
          <pc:sldMk cId="0" sldId="260"/>
        </pc:sldMkLst>
        <pc:spChg chg="mod">
          <ac:chgData name="Eduardo Constantino de Oliveira" userId="75b2045e-f809-41db-8c0b-00c23dd109bc" providerId="ADAL" clId="{EFA10B03-A0E9-4475-B3C7-51D344027911}" dt="2026-10-21T20:43:42.151" v="254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Eduardo Constantino de Oliveira" userId="75b2045e-f809-41db-8c0b-00c23dd109bc" providerId="ADAL" clId="{EFA10B03-A0E9-4475-B3C7-51D344027911}" dt="2026-10-21T20:44:30.642" v="319" actId="20577"/>
          <ac:spMkLst>
            <pc:docMk/>
            <pc:sldMk cId="0" sldId="260"/>
            <ac:spMk id="17" creationId="{00000000-0000-0000-0000-000000000000}"/>
          </ac:spMkLst>
        </pc:spChg>
        <pc:spChg chg="mod">
          <ac:chgData name="Eduardo Constantino de Oliveira" userId="75b2045e-f809-41db-8c0b-00c23dd109bc" providerId="ADAL" clId="{EFA10B03-A0E9-4475-B3C7-51D344027911}" dt="2026-10-21T20:47:57.482" v="400" actId="20577"/>
          <ac:spMkLst>
            <pc:docMk/>
            <pc:sldMk cId="0" sldId="260"/>
            <ac:spMk id="23" creationId="{00000000-0000-0000-0000-000000000000}"/>
          </ac:spMkLst>
        </pc:spChg>
        <pc:spChg chg="mod">
          <ac:chgData name="Eduardo Constantino de Oliveira" userId="75b2045e-f809-41db-8c0b-00c23dd109bc" providerId="ADAL" clId="{EFA10B03-A0E9-4475-B3C7-51D344027911}" dt="2026-10-21T20:48:45.426" v="491" actId="20577"/>
          <ac:spMkLst>
            <pc:docMk/>
            <pc:sldMk cId="0" sldId="260"/>
            <ac:spMk id="29" creationId="{00000000-0000-0000-0000-000000000000}"/>
          </ac:spMkLst>
        </pc:spChg>
        <pc:spChg chg="mod">
          <ac:chgData name="Eduardo Constantino de Oliveira" userId="75b2045e-f809-41db-8c0b-00c23dd109bc" providerId="ADAL" clId="{EFA10B03-A0E9-4475-B3C7-51D344027911}" dt="2026-10-21T20:49:13.737" v="526" actId="20577"/>
          <ac:spMkLst>
            <pc:docMk/>
            <pc:sldMk cId="0" sldId="260"/>
            <ac:spMk id="35" creationId="{00000000-0000-0000-0000-000000000000}"/>
          </ac:spMkLst>
        </pc:spChg>
        <pc:spChg chg="mod">
          <ac:chgData name="Eduardo Constantino de Oliveira" userId="75b2045e-f809-41db-8c0b-00c23dd109bc" providerId="ADAL" clId="{EFA10B03-A0E9-4475-B3C7-51D344027911}" dt="2026-10-21T17:00:08.706" v="217" actId="6549"/>
          <ac:spMkLst>
            <pc:docMk/>
            <pc:sldMk cId="0" sldId="260"/>
            <ac:spMk id="37" creationId="{00000000-0000-0000-0000-000000000000}"/>
          </ac:spMkLst>
        </pc:spChg>
        <pc:spChg chg="mod">
          <ac:chgData name="Eduardo Constantino de Oliveira" userId="75b2045e-f809-41db-8c0b-00c23dd109bc" providerId="ADAL" clId="{EFA10B03-A0E9-4475-B3C7-51D344027911}" dt="2026-10-21T17:00:11.358" v="218" actId="6549"/>
          <ac:spMkLst>
            <pc:docMk/>
            <pc:sldMk cId="0" sldId="260"/>
            <ac:spMk id="38" creationId="{00000000-0000-0000-0000-000000000000}"/>
          </ac:spMkLst>
        </pc:spChg>
      </pc:sldChg>
      <pc:sldChg chg="delSp modSp mod">
        <pc:chgData name="Eduardo Constantino de Oliveira" userId="75b2045e-f809-41db-8c0b-00c23dd109bc" providerId="ADAL" clId="{EFA10B03-A0E9-4475-B3C7-51D344027911}" dt="2026-10-21T20:51:33.980" v="551" actId="478"/>
        <pc:sldMkLst>
          <pc:docMk/>
          <pc:sldMk cId="0" sldId="261"/>
        </pc:sldMkLst>
        <pc:spChg chg="mod">
          <ac:chgData name="Eduardo Constantino de Oliveira" userId="75b2045e-f809-41db-8c0b-00c23dd109bc" providerId="ADAL" clId="{EFA10B03-A0E9-4475-B3C7-51D344027911}" dt="2026-10-21T20:50:47.746" v="546" actId="20577"/>
          <ac:spMkLst>
            <pc:docMk/>
            <pc:sldMk cId="0" sldId="261"/>
            <ac:spMk id="8" creationId="{00000000-0000-0000-0000-000000000000}"/>
          </ac:spMkLst>
        </pc:spChg>
        <pc:spChg chg="del">
          <ac:chgData name="Eduardo Constantino de Oliveira" userId="75b2045e-f809-41db-8c0b-00c23dd109bc" providerId="ADAL" clId="{EFA10B03-A0E9-4475-B3C7-51D344027911}" dt="2026-10-21T20:51:00.089" v="547" actId="478"/>
          <ac:spMkLst>
            <pc:docMk/>
            <pc:sldMk cId="0" sldId="261"/>
            <ac:spMk id="12" creationId="{00000000-0000-0000-0000-000000000000}"/>
          </ac:spMkLst>
        </pc:spChg>
        <pc:spChg chg="del">
          <ac:chgData name="Eduardo Constantino de Oliveira" userId="75b2045e-f809-41db-8c0b-00c23dd109bc" providerId="ADAL" clId="{EFA10B03-A0E9-4475-B3C7-51D344027911}" dt="2026-10-21T20:51:22.101" v="548" actId="478"/>
          <ac:spMkLst>
            <pc:docMk/>
            <pc:sldMk cId="0" sldId="261"/>
            <ac:spMk id="13" creationId="{00000000-0000-0000-0000-000000000000}"/>
          </ac:spMkLst>
        </pc:spChg>
        <pc:spChg chg="del">
          <ac:chgData name="Eduardo Constantino de Oliveira" userId="75b2045e-f809-41db-8c0b-00c23dd109bc" providerId="ADAL" clId="{EFA10B03-A0E9-4475-B3C7-51D344027911}" dt="2026-10-21T20:51:33.980" v="551" actId="478"/>
          <ac:spMkLst>
            <pc:docMk/>
            <pc:sldMk cId="0" sldId="261"/>
            <ac:spMk id="14" creationId="{00000000-0000-0000-0000-000000000000}"/>
          </ac:spMkLst>
        </pc:spChg>
        <pc:spChg chg="del">
          <ac:chgData name="Eduardo Constantino de Oliveira" userId="75b2045e-f809-41db-8c0b-00c23dd109bc" providerId="ADAL" clId="{EFA10B03-A0E9-4475-B3C7-51D344027911}" dt="2026-10-21T20:51:27.812" v="549" actId="478"/>
          <ac:spMkLst>
            <pc:docMk/>
            <pc:sldMk cId="0" sldId="261"/>
            <ac:spMk id="15" creationId="{00000000-0000-0000-0000-000000000000}"/>
          </ac:spMkLst>
        </pc:spChg>
        <pc:spChg chg="del">
          <ac:chgData name="Eduardo Constantino de Oliveira" userId="75b2045e-f809-41db-8c0b-00c23dd109bc" providerId="ADAL" clId="{EFA10B03-A0E9-4475-B3C7-51D344027911}" dt="2026-10-21T20:51:27.812" v="549" actId="478"/>
          <ac:spMkLst>
            <pc:docMk/>
            <pc:sldMk cId="0" sldId="261"/>
            <ac:spMk id="16" creationId="{00000000-0000-0000-0000-000000000000}"/>
          </ac:spMkLst>
        </pc:spChg>
        <pc:spChg chg="del">
          <ac:chgData name="Eduardo Constantino de Oliveira" userId="75b2045e-f809-41db-8c0b-00c23dd109bc" providerId="ADAL" clId="{EFA10B03-A0E9-4475-B3C7-51D344027911}" dt="2026-10-21T20:51:31.768" v="550" actId="478"/>
          <ac:spMkLst>
            <pc:docMk/>
            <pc:sldMk cId="0" sldId="261"/>
            <ac:spMk id="17" creationId="{00000000-0000-0000-0000-000000000000}"/>
          </ac:spMkLst>
        </pc:spChg>
        <pc:spChg chg="del">
          <ac:chgData name="Eduardo Constantino de Oliveira" userId="75b2045e-f809-41db-8c0b-00c23dd109bc" providerId="ADAL" clId="{EFA10B03-A0E9-4475-B3C7-51D344027911}" dt="2026-10-21T20:51:31.768" v="550" actId="478"/>
          <ac:spMkLst>
            <pc:docMk/>
            <pc:sldMk cId="0" sldId="261"/>
            <ac:spMk id="18" creationId="{00000000-0000-0000-0000-000000000000}"/>
          </ac:spMkLst>
        </pc:spChg>
        <pc:spChg chg="del">
          <ac:chgData name="Eduardo Constantino de Oliveira" userId="75b2045e-f809-41db-8c0b-00c23dd109bc" providerId="ADAL" clId="{EFA10B03-A0E9-4475-B3C7-51D344027911}" dt="2026-10-21T20:51:31.768" v="550" actId="478"/>
          <ac:spMkLst>
            <pc:docMk/>
            <pc:sldMk cId="0" sldId="261"/>
            <ac:spMk id="19" creationId="{00000000-0000-0000-0000-000000000000}"/>
          </ac:spMkLst>
        </pc:spChg>
        <pc:spChg chg="del">
          <ac:chgData name="Eduardo Constantino de Oliveira" userId="75b2045e-f809-41db-8c0b-00c23dd109bc" providerId="ADAL" clId="{EFA10B03-A0E9-4475-B3C7-51D344027911}" dt="2026-10-21T20:51:31.768" v="550" actId="478"/>
          <ac:spMkLst>
            <pc:docMk/>
            <pc:sldMk cId="0" sldId="261"/>
            <ac:spMk id="20" creationId="{00000000-0000-0000-0000-000000000000}"/>
          </ac:spMkLst>
        </pc:spChg>
      </pc:sldChg>
      <pc:sldChg chg="mod modShow">
        <pc:chgData name="Eduardo Constantino de Oliveira" userId="75b2045e-f809-41db-8c0b-00c23dd109bc" providerId="ADAL" clId="{EFA10B03-A0E9-4475-B3C7-51D344027911}" dt="2026-10-21T16:39:09.912" v="3" actId="729"/>
        <pc:sldMkLst>
          <pc:docMk/>
          <pc:sldMk cId="0" sldId="262"/>
        </pc:sldMkLst>
      </pc:sldChg>
      <pc:sldChg chg="mod modShow">
        <pc:chgData name="Eduardo Constantino de Oliveira" userId="75b2045e-f809-41db-8c0b-00c23dd109bc" providerId="ADAL" clId="{EFA10B03-A0E9-4475-B3C7-51D344027911}" dt="2026-10-21T17:02:28.062" v="219" actId="729"/>
        <pc:sldMkLst>
          <pc:docMk/>
          <pc:sldMk cId="0" sldId="264"/>
        </pc:sldMkLst>
      </pc:sldChg>
      <pc:sldChg chg="modSp mod">
        <pc:chgData name="Eduardo Constantino de Oliveira" userId="75b2045e-f809-41db-8c0b-00c23dd109bc" providerId="ADAL" clId="{EFA10B03-A0E9-4475-B3C7-51D344027911}" dt="2026-10-21T20:51:54.937" v="552" actId="6549"/>
        <pc:sldMkLst>
          <pc:docMk/>
          <pc:sldMk cId="0" sldId="265"/>
        </pc:sldMkLst>
        <pc:spChg chg="mod">
          <ac:chgData name="Eduardo Constantino de Oliveira" userId="75b2045e-f809-41db-8c0b-00c23dd109bc" providerId="ADAL" clId="{EFA10B03-A0E9-4475-B3C7-51D344027911}" dt="2026-10-21T16:49:11.463" v="80" actId="20577"/>
          <ac:spMkLst>
            <pc:docMk/>
            <pc:sldMk cId="0" sldId="265"/>
            <ac:spMk id="6" creationId="{00000000-0000-0000-0000-000000000000}"/>
          </ac:spMkLst>
        </pc:spChg>
        <pc:spChg chg="mod">
          <ac:chgData name="Eduardo Constantino de Oliveira" userId="75b2045e-f809-41db-8c0b-00c23dd109bc" providerId="ADAL" clId="{EFA10B03-A0E9-4475-B3C7-51D344027911}" dt="2026-10-21T20:51:54.937" v="552" actId="6549"/>
          <ac:spMkLst>
            <pc:docMk/>
            <pc:sldMk cId="0" sldId="265"/>
            <ac:spMk id="8" creationId="{00000000-0000-0000-0000-000000000000}"/>
          </ac:spMkLst>
        </pc:spChg>
      </pc:sldChg>
      <pc:sldChg chg="delSp add mod">
        <pc:chgData name="Eduardo Constantino de Oliveira" userId="75b2045e-f809-41db-8c0b-00c23dd109bc" providerId="ADAL" clId="{EFA10B03-A0E9-4475-B3C7-51D344027911}" dt="2026-10-21T16:52:30.296" v="176" actId="478"/>
        <pc:sldMkLst>
          <pc:docMk/>
          <pc:sldMk cId="854546063" sldId="266"/>
        </pc:sldMkLst>
        <pc:spChg chg="del">
          <ac:chgData name="Eduardo Constantino de Oliveira" userId="75b2045e-f809-41db-8c0b-00c23dd109bc" providerId="ADAL" clId="{EFA10B03-A0E9-4475-B3C7-51D344027911}" dt="2026-10-21T16:52:30.296" v="176" actId="478"/>
          <ac:spMkLst>
            <pc:docMk/>
            <pc:sldMk cId="854546063" sldId="266"/>
            <ac:spMk id="6" creationId="{D1B11CCC-7BED-2643-17B9-F6397465253A}"/>
          </ac:spMkLst>
        </pc:spChg>
      </pc:sldChg>
    </pc:docChg>
  </pc:docChgLst>
  <pc:docChgLst>
    <pc:chgData name="Gabriel Figueiredo Gomes" userId="4b8d7961-08e2-4ad7-856f-3c62b8c437f2" providerId="ADAL" clId="{03F221A4-B37C-46F5-B309-492CDEC1BEAE}"/>
    <pc:docChg chg="undo custSel modSld">
      <pc:chgData name="Gabriel Figueiredo Gomes" userId="4b8d7961-08e2-4ad7-856f-3c62b8c437f2" providerId="ADAL" clId="{03F221A4-B37C-46F5-B309-492CDEC1BEAE}" dt="2026-10-21T16:31:59.981" v="11" actId="478"/>
      <pc:docMkLst>
        <pc:docMk/>
      </pc:docMkLst>
      <pc:sldChg chg="delSp modSp mod">
        <pc:chgData name="Gabriel Figueiredo Gomes" userId="4b8d7961-08e2-4ad7-856f-3c62b8c437f2" providerId="ADAL" clId="{03F221A4-B37C-46F5-B309-492CDEC1BEAE}" dt="2026-10-21T16:31:25.902" v="2" actId="478"/>
        <pc:sldMkLst>
          <pc:docMk/>
          <pc:sldMk cId="0" sldId="256"/>
        </pc:sldMkLst>
        <pc:spChg chg="mod">
          <ac:chgData name="Gabriel Figueiredo Gomes" userId="4b8d7961-08e2-4ad7-856f-3c62b8c437f2" providerId="ADAL" clId="{03F221A4-B37C-46F5-B309-492CDEC1BEAE}" dt="2026-10-21T16:31:22.293" v="1" actId="1076"/>
          <ac:spMkLst>
            <pc:docMk/>
            <pc:sldMk cId="0" sldId="256"/>
            <ac:spMk id="3" creationId="{00000000-0000-0000-0000-000000000000}"/>
          </ac:spMkLst>
        </pc:spChg>
        <pc:spChg chg="del">
          <ac:chgData name="Gabriel Figueiredo Gomes" userId="4b8d7961-08e2-4ad7-856f-3c62b8c437f2" providerId="ADAL" clId="{03F221A4-B37C-46F5-B309-492CDEC1BEAE}" dt="2026-10-21T16:31:25.902" v="2" actId="478"/>
          <ac:spMkLst>
            <pc:docMk/>
            <pc:sldMk cId="0" sldId="256"/>
            <ac:spMk id="4" creationId="{00000000-0000-0000-0000-000000000000}"/>
          </ac:spMkLst>
        </pc:spChg>
      </pc:sldChg>
      <pc:sldChg chg="delSp mod">
        <pc:chgData name="Gabriel Figueiredo Gomes" userId="4b8d7961-08e2-4ad7-856f-3c62b8c437f2" providerId="ADAL" clId="{03F221A4-B37C-46F5-B309-492CDEC1BEAE}" dt="2026-10-21T16:31:28.542" v="3" actId="478"/>
        <pc:sldMkLst>
          <pc:docMk/>
          <pc:sldMk cId="0" sldId="257"/>
        </pc:sldMkLst>
        <pc:spChg chg="del">
          <ac:chgData name="Gabriel Figueiredo Gomes" userId="4b8d7961-08e2-4ad7-856f-3c62b8c437f2" providerId="ADAL" clId="{03F221A4-B37C-46F5-B309-492CDEC1BEAE}" dt="2026-10-21T16:31:28.542" v="3" actId="478"/>
          <ac:spMkLst>
            <pc:docMk/>
            <pc:sldMk cId="0" sldId="257"/>
            <ac:spMk id="2" creationId="{00000000-0000-0000-0000-000000000000}"/>
          </ac:spMkLst>
        </pc:spChg>
      </pc:sldChg>
      <pc:sldChg chg="delSp mod">
        <pc:chgData name="Gabriel Figueiredo Gomes" userId="4b8d7961-08e2-4ad7-856f-3c62b8c437f2" providerId="ADAL" clId="{03F221A4-B37C-46F5-B309-492CDEC1BEAE}" dt="2026-10-21T16:31:31.921" v="4" actId="478"/>
        <pc:sldMkLst>
          <pc:docMk/>
          <pc:sldMk cId="0" sldId="258"/>
        </pc:sldMkLst>
        <pc:spChg chg="del">
          <ac:chgData name="Gabriel Figueiredo Gomes" userId="4b8d7961-08e2-4ad7-856f-3c62b8c437f2" providerId="ADAL" clId="{03F221A4-B37C-46F5-B309-492CDEC1BEAE}" dt="2026-10-21T16:31:31.921" v="4" actId="478"/>
          <ac:spMkLst>
            <pc:docMk/>
            <pc:sldMk cId="0" sldId="258"/>
            <ac:spMk id="2" creationId="{00000000-0000-0000-0000-000000000000}"/>
          </ac:spMkLst>
        </pc:spChg>
      </pc:sldChg>
      <pc:sldChg chg="delSp mod">
        <pc:chgData name="Gabriel Figueiredo Gomes" userId="4b8d7961-08e2-4ad7-856f-3c62b8c437f2" providerId="ADAL" clId="{03F221A4-B37C-46F5-B309-492CDEC1BEAE}" dt="2026-10-21T16:31:40.002" v="5" actId="478"/>
        <pc:sldMkLst>
          <pc:docMk/>
          <pc:sldMk cId="0" sldId="259"/>
        </pc:sldMkLst>
        <pc:spChg chg="del">
          <ac:chgData name="Gabriel Figueiredo Gomes" userId="4b8d7961-08e2-4ad7-856f-3c62b8c437f2" providerId="ADAL" clId="{03F221A4-B37C-46F5-B309-492CDEC1BEAE}" dt="2026-10-21T16:31:40.002" v="5" actId="478"/>
          <ac:spMkLst>
            <pc:docMk/>
            <pc:sldMk cId="0" sldId="259"/>
            <ac:spMk id="2" creationId="{00000000-0000-0000-0000-000000000000}"/>
          </ac:spMkLst>
        </pc:spChg>
      </pc:sldChg>
      <pc:sldChg chg="delSp mod">
        <pc:chgData name="Gabriel Figueiredo Gomes" userId="4b8d7961-08e2-4ad7-856f-3c62b8c437f2" providerId="ADAL" clId="{03F221A4-B37C-46F5-B309-492CDEC1BEAE}" dt="2026-10-21T16:31:42.447" v="6" actId="478"/>
        <pc:sldMkLst>
          <pc:docMk/>
          <pc:sldMk cId="0" sldId="260"/>
        </pc:sldMkLst>
        <pc:spChg chg="del">
          <ac:chgData name="Gabriel Figueiredo Gomes" userId="4b8d7961-08e2-4ad7-856f-3c62b8c437f2" providerId="ADAL" clId="{03F221A4-B37C-46F5-B309-492CDEC1BEAE}" dt="2026-10-21T16:31:42.447" v="6" actId="478"/>
          <ac:spMkLst>
            <pc:docMk/>
            <pc:sldMk cId="0" sldId="260"/>
            <ac:spMk id="2" creationId="{00000000-0000-0000-0000-000000000000}"/>
          </ac:spMkLst>
        </pc:spChg>
      </pc:sldChg>
      <pc:sldChg chg="delSp mod">
        <pc:chgData name="Gabriel Figueiredo Gomes" userId="4b8d7961-08e2-4ad7-856f-3c62b8c437f2" providerId="ADAL" clId="{03F221A4-B37C-46F5-B309-492CDEC1BEAE}" dt="2026-10-21T16:31:45.899" v="7" actId="478"/>
        <pc:sldMkLst>
          <pc:docMk/>
          <pc:sldMk cId="0" sldId="261"/>
        </pc:sldMkLst>
        <pc:spChg chg="del">
          <ac:chgData name="Gabriel Figueiredo Gomes" userId="4b8d7961-08e2-4ad7-856f-3c62b8c437f2" providerId="ADAL" clId="{03F221A4-B37C-46F5-B309-492CDEC1BEAE}" dt="2026-10-21T16:31:45.899" v="7" actId="478"/>
          <ac:spMkLst>
            <pc:docMk/>
            <pc:sldMk cId="0" sldId="261"/>
            <ac:spMk id="2" creationId="{00000000-0000-0000-0000-000000000000}"/>
          </ac:spMkLst>
        </pc:spChg>
      </pc:sldChg>
      <pc:sldChg chg="delSp mod">
        <pc:chgData name="Gabriel Figueiredo Gomes" userId="4b8d7961-08e2-4ad7-856f-3c62b8c437f2" providerId="ADAL" clId="{03F221A4-B37C-46F5-B309-492CDEC1BEAE}" dt="2026-10-21T16:31:48.433" v="8" actId="478"/>
        <pc:sldMkLst>
          <pc:docMk/>
          <pc:sldMk cId="0" sldId="262"/>
        </pc:sldMkLst>
        <pc:spChg chg="del">
          <ac:chgData name="Gabriel Figueiredo Gomes" userId="4b8d7961-08e2-4ad7-856f-3c62b8c437f2" providerId="ADAL" clId="{03F221A4-B37C-46F5-B309-492CDEC1BEAE}" dt="2026-10-21T16:31:48.433" v="8" actId="478"/>
          <ac:spMkLst>
            <pc:docMk/>
            <pc:sldMk cId="0" sldId="262"/>
            <ac:spMk id="2" creationId="{00000000-0000-0000-0000-000000000000}"/>
          </ac:spMkLst>
        </pc:spChg>
      </pc:sldChg>
      <pc:sldChg chg="delSp mod">
        <pc:chgData name="Gabriel Figueiredo Gomes" userId="4b8d7961-08e2-4ad7-856f-3c62b8c437f2" providerId="ADAL" clId="{03F221A4-B37C-46F5-B309-492CDEC1BEAE}" dt="2026-10-21T16:31:51.599" v="9" actId="478"/>
        <pc:sldMkLst>
          <pc:docMk/>
          <pc:sldMk cId="0" sldId="263"/>
        </pc:sldMkLst>
        <pc:spChg chg="del">
          <ac:chgData name="Gabriel Figueiredo Gomes" userId="4b8d7961-08e2-4ad7-856f-3c62b8c437f2" providerId="ADAL" clId="{03F221A4-B37C-46F5-B309-492CDEC1BEAE}" dt="2026-10-21T16:31:51.599" v="9" actId="478"/>
          <ac:spMkLst>
            <pc:docMk/>
            <pc:sldMk cId="0" sldId="263"/>
            <ac:spMk id="2" creationId="{00000000-0000-0000-0000-000000000000}"/>
          </ac:spMkLst>
        </pc:spChg>
      </pc:sldChg>
      <pc:sldChg chg="delSp mod">
        <pc:chgData name="Gabriel Figueiredo Gomes" userId="4b8d7961-08e2-4ad7-856f-3c62b8c437f2" providerId="ADAL" clId="{03F221A4-B37C-46F5-B309-492CDEC1BEAE}" dt="2026-10-21T16:31:54.238" v="10" actId="478"/>
        <pc:sldMkLst>
          <pc:docMk/>
          <pc:sldMk cId="0" sldId="264"/>
        </pc:sldMkLst>
        <pc:spChg chg="del">
          <ac:chgData name="Gabriel Figueiredo Gomes" userId="4b8d7961-08e2-4ad7-856f-3c62b8c437f2" providerId="ADAL" clId="{03F221A4-B37C-46F5-B309-492CDEC1BEAE}" dt="2026-10-21T16:31:54.238" v="10" actId="478"/>
          <ac:spMkLst>
            <pc:docMk/>
            <pc:sldMk cId="0" sldId="264"/>
            <ac:spMk id="2" creationId="{00000000-0000-0000-0000-000000000000}"/>
          </ac:spMkLst>
        </pc:spChg>
      </pc:sldChg>
      <pc:sldChg chg="delSp mod">
        <pc:chgData name="Gabriel Figueiredo Gomes" userId="4b8d7961-08e2-4ad7-856f-3c62b8c437f2" providerId="ADAL" clId="{03F221A4-B37C-46F5-B309-492CDEC1BEAE}" dt="2026-10-21T16:31:59.981" v="11" actId="478"/>
        <pc:sldMkLst>
          <pc:docMk/>
          <pc:sldMk cId="0" sldId="265"/>
        </pc:sldMkLst>
        <pc:spChg chg="del">
          <ac:chgData name="Gabriel Figueiredo Gomes" userId="4b8d7961-08e2-4ad7-856f-3c62b8c437f2" providerId="ADAL" clId="{03F221A4-B37C-46F5-B309-492CDEC1BEAE}" dt="2026-10-21T16:31:59.981" v="11" actId="478"/>
          <ac:spMkLst>
            <pc:docMk/>
            <pc:sldMk cId="0" sldId="265"/>
            <ac:spMk id="4" creationId="{00000000-0000-0000-0000-000000000000}"/>
          </ac:spMkLst>
        </pc:spChg>
      </pc:sldChg>
    </pc:docChg>
  </pc:docChgLst>
  <pc:docChgLst>
    <pc:chgData name="Vinicius Hiroshi Sato" userId="6f0da29a-1b38-443b-9645-12a9e887a27e" providerId="ADAL" clId="{02848A54-9C2B-4046-A9A4-20FAD0B5FAC9}"/>
    <pc:docChg chg="undo custSel addSld delSld modSld modNotesMaster">
      <pc:chgData name="Vinicius Hiroshi Sato" userId="6f0da29a-1b38-443b-9645-12a9e887a27e" providerId="ADAL" clId="{02848A54-9C2B-4046-A9A4-20FAD0B5FAC9}" dt="2026-10-21T20:24:34.186" v="122" actId="20577"/>
      <pc:docMkLst>
        <pc:docMk/>
      </pc:docMkLst>
      <pc:sldChg chg="delSp modSp mod modNotesTx">
        <pc:chgData name="Vinicius Hiroshi Sato" userId="6f0da29a-1b38-443b-9645-12a9e887a27e" providerId="ADAL" clId="{02848A54-9C2B-4046-A9A4-20FAD0B5FAC9}" dt="2026-10-21T20:24:34.186" v="122" actId="20577"/>
        <pc:sldMkLst>
          <pc:docMk/>
          <pc:sldMk cId="0" sldId="256"/>
        </pc:sldMkLst>
        <pc:spChg chg="del mod">
          <ac:chgData name="Vinicius Hiroshi Sato" userId="6f0da29a-1b38-443b-9645-12a9e887a27e" providerId="ADAL" clId="{02848A54-9C2B-4046-A9A4-20FAD0B5FAC9}" dt="2026-10-21T20:10:13.200" v="45" actId="478"/>
          <ac:spMkLst>
            <pc:docMk/>
            <pc:sldMk cId="0" sldId="256"/>
            <ac:spMk id="3" creationId="{00000000-0000-0000-0000-000000000000}"/>
          </ac:spMkLst>
        </pc:spChg>
        <pc:spChg chg="mod">
          <ac:chgData name="Vinicius Hiroshi Sato" userId="6f0da29a-1b38-443b-9645-12a9e887a27e" providerId="ADAL" clId="{02848A54-9C2B-4046-A9A4-20FAD0B5FAC9}" dt="2026-10-21T20:10:30.197" v="48" actId="12"/>
          <ac:spMkLst>
            <pc:docMk/>
            <pc:sldMk cId="0" sldId="256"/>
            <ac:spMk id="5" creationId="{00000000-0000-0000-0000-000000000000}"/>
          </ac:spMkLst>
        </pc:spChg>
        <pc:picChg chg="mod">
          <ac:chgData name="Vinicius Hiroshi Sato" userId="6f0da29a-1b38-443b-9645-12a9e887a27e" providerId="ADAL" clId="{02848A54-9C2B-4046-A9A4-20FAD0B5FAC9}" dt="2026-10-21T20:09:10.291" v="41" actId="26606"/>
          <ac:picMkLst>
            <pc:docMk/>
            <pc:sldMk cId="0" sldId="256"/>
            <ac:picMk id="2" creationId="{00000000-0000-0000-0000-000000000000}"/>
          </ac:picMkLst>
        </pc:picChg>
      </pc:sldChg>
      <pc:sldChg chg="modSp mod">
        <pc:chgData name="Vinicius Hiroshi Sato" userId="6f0da29a-1b38-443b-9645-12a9e887a27e" providerId="ADAL" clId="{02848A54-9C2B-4046-A9A4-20FAD0B5FAC9}" dt="2026-10-21T20:09:10.291" v="41" actId="26606"/>
        <pc:sldMkLst>
          <pc:docMk/>
          <pc:sldMk cId="0" sldId="258"/>
        </pc:sldMkLst>
        <pc:graphicFrameChg chg="mod">
          <ac:chgData name="Vinicius Hiroshi Sato" userId="6f0da29a-1b38-443b-9645-12a9e887a27e" providerId="ADAL" clId="{02848A54-9C2B-4046-A9A4-20FAD0B5FAC9}" dt="2026-10-21T20:09:10.291" v="41" actId="26606"/>
          <ac:graphicFrameMkLst>
            <pc:docMk/>
            <pc:sldMk cId="0" sldId="258"/>
            <ac:graphicFrameMk id="9" creationId="{00000000-0000-0000-0000-000000000000}"/>
          </ac:graphicFrameMkLst>
        </pc:graphicFrameChg>
      </pc:sldChg>
      <pc:sldChg chg="modSp mod">
        <pc:chgData name="Vinicius Hiroshi Sato" userId="6f0da29a-1b38-443b-9645-12a9e887a27e" providerId="ADAL" clId="{02848A54-9C2B-4046-A9A4-20FAD0B5FAC9}" dt="2026-10-21T20:09:10.291" v="41" actId="26606"/>
        <pc:sldMkLst>
          <pc:docMk/>
          <pc:sldMk cId="0" sldId="265"/>
        </pc:sldMkLst>
        <pc:picChg chg="mod">
          <ac:chgData name="Vinicius Hiroshi Sato" userId="6f0da29a-1b38-443b-9645-12a9e887a27e" providerId="ADAL" clId="{02848A54-9C2B-4046-A9A4-20FAD0B5FAC9}" dt="2026-10-21T20:09:10.291" v="41" actId="26606"/>
          <ac:picMkLst>
            <pc:docMk/>
            <pc:sldMk cId="0" sldId="265"/>
            <ac:picMk id="2" creationId="{00000000-0000-0000-0000-000000000000}"/>
          </ac:picMkLst>
        </pc:picChg>
      </pc:sldChg>
      <pc:sldChg chg="modSp mod">
        <pc:chgData name="Vinicius Hiroshi Sato" userId="6f0da29a-1b38-443b-9645-12a9e887a27e" providerId="ADAL" clId="{02848A54-9C2B-4046-A9A4-20FAD0B5FAC9}" dt="2026-10-21T20:20:32.210" v="52" actId="20577"/>
        <pc:sldMkLst>
          <pc:docMk/>
          <pc:sldMk cId="854546063" sldId="266"/>
        </pc:sldMkLst>
        <pc:spChg chg="mod">
          <ac:chgData name="Vinicius Hiroshi Sato" userId="6f0da29a-1b38-443b-9645-12a9e887a27e" providerId="ADAL" clId="{02848A54-9C2B-4046-A9A4-20FAD0B5FAC9}" dt="2026-10-21T20:20:32.210" v="52" actId="20577"/>
          <ac:spMkLst>
            <pc:docMk/>
            <pc:sldMk cId="854546063" sldId="266"/>
            <ac:spMk id="5" creationId="{F07BF568-0E37-7F71-0B37-36BBB794FF9F}"/>
          </ac:spMkLst>
        </pc:spChg>
        <pc:picChg chg="mod">
          <ac:chgData name="Vinicius Hiroshi Sato" userId="6f0da29a-1b38-443b-9645-12a9e887a27e" providerId="ADAL" clId="{02848A54-9C2B-4046-A9A4-20FAD0B5FAC9}" dt="2026-10-21T20:09:10.291" v="41" actId="26606"/>
          <ac:picMkLst>
            <pc:docMk/>
            <pc:sldMk cId="854546063" sldId="266"/>
            <ac:picMk id="2" creationId="{E2BAF393-236B-3478-259B-116C81EBB5FB}"/>
          </ac:picMkLst>
        </pc:picChg>
      </pc:sldChg>
      <pc:sldChg chg="new del">
        <pc:chgData name="Vinicius Hiroshi Sato" userId="6f0da29a-1b38-443b-9645-12a9e887a27e" providerId="ADAL" clId="{02848A54-9C2B-4046-A9A4-20FAD0B5FAC9}" dt="2026-10-21T20:05:31.676" v="5" actId="2696"/>
        <pc:sldMkLst>
          <pc:docMk/>
          <pc:sldMk cId="1030968115" sldId="267"/>
        </pc:sldMkLst>
      </pc:sldChg>
      <pc:sldChg chg="modSp add mod setBg modNotesTx">
        <pc:chgData name="Vinicius Hiroshi Sato" userId="6f0da29a-1b38-443b-9645-12a9e887a27e" providerId="ADAL" clId="{02848A54-9C2B-4046-A9A4-20FAD0B5FAC9}" dt="2026-10-21T20:23:25.369" v="121" actId="20577"/>
        <pc:sldMkLst>
          <pc:docMk/>
          <pc:sldMk cId="1759588840" sldId="267"/>
        </pc:sldMkLst>
        <pc:picChg chg="mod">
          <ac:chgData name="Vinicius Hiroshi Sato" userId="6f0da29a-1b38-443b-9645-12a9e887a27e" providerId="ADAL" clId="{02848A54-9C2B-4046-A9A4-20FAD0B5FAC9}" dt="2026-10-21T20:09:10.291" v="41" actId="26606"/>
          <ac:picMkLst>
            <pc:docMk/>
            <pc:sldMk cId="1759588840" sldId="267"/>
            <ac:picMk id="2" creationId="{22F12A15-7934-4E52-3D55-0156CC9BA412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7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EED957-0D2C-4593-BF78-D0BC067E3FFF}" type="datetimeFigureOut">
              <a:t>21/10/2026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62B299-54ED-49DD-9D5C-640A2B5613B0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9146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"Eu gostaria de começar com uma pergunta simples: o que é confiança?"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t"/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(pausa de 2 a 3 segundos)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t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Confiança é a segurança de que podemos contar com algo ou com alguém. É acreditar que aquilo que vemos corresponde ao que realmente acontece.</a:t>
            </a:r>
          </a:p>
          <a:p>
            <a:pPr fontAlgn="t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Pense em uma relação pessoal. Confiamos em alguém quando a pessoa é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coerente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quando o que ela diz bate com o que ela faz. Confiamos quando ela é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transparente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não esconde informações importantes. E confiamos quando ela é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consistente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quando podemos contar com ela hoje, amanhã e quando surge um problema.</a:t>
            </a:r>
          </a:p>
          <a:p>
            <a:pPr fontAlgn="t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 existe uma característica da confiança que todos conhecemos: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ela leva tempo para ser construída e pode ser abalada por uma única falha.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t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um banco, isso é ainda mais forte. Confiança não é apenas um valor.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a base do nosso negócio.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cliente confia que o seu dinheiro estará seguro, que a transação vai acontecer e que o banco vai responder quando algo der errado.</a:t>
            </a:r>
          </a:p>
          <a:p>
            <a:pPr fontAlgn="t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 aqui vem uma questão importante: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merecer a confiança do cliente, primeiro precisamos confiar nos nossos próprios dados.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t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Porque nenhuma decisão é melhor do que a informação que a sustenta.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122764-9F8B-8A6D-5A95-DDDF43B6A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32A1B-ACE9-F02A-0867-955830B397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7C1B82-F2C7-3E60-62D1-5ED1065F77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"Eu gostaria de começar com uma pergunta simples: o que é confiança?"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t"/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(pausa de 2 a 3 segundos)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t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Confiança é a segurança de que podemos contar com algo ou com alguém. É acreditar que aquilo que vemos corresponde ao que realmente acontece.</a:t>
            </a:r>
          </a:p>
          <a:p>
            <a:pPr fontAlgn="t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Pense em uma relação pessoal. Confiamos em alguém quando a pessoa é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coerente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quando o que ela diz bate com o que ela faz. Confiamos quando ela é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consistente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quando podemos contar com ela hoje, amanhã e quando surge um problema.</a:t>
            </a:r>
          </a:p>
          <a:p>
            <a:pPr fontAlgn="t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 existe uma característica da confiança que todos conhecemos: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ela leva tempo para ser construída e pode ser abalada por uma única falha.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t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um banco, isso é ainda mais forte. Confiança não é apenas um valor.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a base do nosso negócio.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cliente confia que o seu dinheiro estará seguro, que a transação vai acontecer e que o banco vai responder quando algo der errado.</a:t>
            </a:r>
          </a:p>
          <a:p>
            <a:pPr fontAlgn="t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 aqui vem uma questão importante: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merecer a confiança do cliente, primeiro precisamos confiar nos nossos próprios dados.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t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Porque nenhuma decisão é melhor do que a informação que a sustenta.</a:t>
            </a:r>
          </a:p>
          <a:p>
            <a:pPr fontAlgn="t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Então eu pergunto: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hoje, como está o cenário nas transações PIX na construção dessa confiança?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0E54CF-8176-A50C-95AB-447E8231C5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5525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4714C-9C84-9E60-BD64-08D9694C9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85F9B0-AF88-E4A5-7D27-8D78841C8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0335B8-E089-5A87-5CDB-42BDEE957D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 (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dirty="0" err="1"/>
              <a:t>apresentar</a:t>
            </a:r>
            <a:r>
              <a:rPr lang="en-US" dirty="0"/>
              <a:t> </a:t>
            </a:r>
            <a:r>
              <a:rPr lang="en-US" dirty="0" err="1"/>
              <a:t>grupo</a:t>
            </a:r>
            <a:r>
              <a:rPr lang="en-US" dirty="0"/>
              <a:t> nem ferramenta). </a:t>
            </a:r>
            <a:r>
              <a:rPr lang="en-US" dirty="0" err="1"/>
              <a:t>Comece</a:t>
            </a:r>
            <a:r>
              <a:rPr lang="en-US" dirty="0"/>
              <a:t> em </a:t>
            </a:r>
            <a:r>
              <a:rPr lang="en-US" dirty="0" err="1"/>
              <a:t>silêncio</a:t>
            </a:r>
            <a:r>
              <a:rPr lang="en-US" dirty="0"/>
              <a:t>, </a:t>
            </a:r>
            <a:r>
              <a:rPr lang="en-US" dirty="0" err="1"/>
              <a:t>olhando</a:t>
            </a:r>
            <a:r>
              <a:rPr lang="en-US" dirty="0"/>
              <a:t> para a banca, e </a:t>
            </a:r>
            <a:r>
              <a:rPr lang="en-US" dirty="0" err="1"/>
              <a:t>faça</a:t>
            </a:r>
            <a:r>
              <a:rPr lang="en-US" dirty="0"/>
              <a:t> a </a:t>
            </a:r>
            <a:r>
              <a:rPr lang="en-US" dirty="0" err="1"/>
              <a:t>pergunta</a:t>
            </a:r>
            <a:r>
              <a:rPr lang="en-US" dirty="0"/>
              <a:t> central. Em </a:t>
            </a:r>
            <a:r>
              <a:rPr lang="en-US" dirty="0" err="1"/>
              <a:t>seguida</a:t>
            </a:r>
            <a:r>
              <a:rPr lang="en-US" dirty="0"/>
              <a:t> </a:t>
            </a:r>
            <a:r>
              <a:rPr lang="en-US" dirty="0" err="1"/>
              <a:t>solte</a:t>
            </a:r>
            <a:r>
              <a:rPr lang="en-US" dirty="0"/>
              <a:t> a </a:t>
            </a:r>
            <a:r>
              <a:rPr lang="en-US" dirty="0" err="1"/>
              <a:t>provocação</a:t>
            </a:r>
            <a:r>
              <a:rPr lang="en-US" dirty="0"/>
              <a:t>: '</a:t>
            </a:r>
            <a:r>
              <a:rPr lang="en-US" dirty="0" err="1"/>
              <a:t>Hoje</a:t>
            </a:r>
            <a:r>
              <a:rPr lang="en-US" dirty="0"/>
              <a:t>, a CAIXA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enxerga</a:t>
            </a:r>
            <a:r>
              <a:rPr lang="en-US" dirty="0"/>
              <a:t> 36% das </a:t>
            </a:r>
            <a:r>
              <a:rPr lang="en-US" dirty="0" err="1"/>
              <a:t>rejeições</a:t>
            </a:r>
            <a:r>
              <a:rPr lang="en-US" dirty="0"/>
              <a:t> PIX, nem quais </a:t>
            </a:r>
            <a:r>
              <a:rPr lang="en-US" dirty="0" err="1"/>
              <a:t>agências</a:t>
            </a:r>
            <a:r>
              <a:rPr lang="en-US" dirty="0"/>
              <a:t> </a:t>
            </a:r>
            <a:r>
              <a:rPr lang="en-US" dirty="0" err="1"/>
              <a:t>deixam</a:t>
            </a:r>
            <a:r>
              <a:rPr lang="en-US" dirty="0"/>
              <a:t> de </a:t>
            </a:r>
            <a:r>
              <a:rPr lang="en-US" dirty="0" err="1"/>
              <a:t>crescer</a:t>
            </a:r>
            <a:r>
              <a:rPr lang="en-US" dirty="0"/>
              <a:t> em </a:t>
            </a:r>
            <a:r>
              <a:rPr lang="en-US" dirty="0" err="1"/>
              <a:t>chaves</a:t>
            </a:r>
            <a:r>
              <a:rPr lang="en-US" dirty="0"/>
              <a:t>.'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explique</a:t>
            </a:r>
            <a:r>
              <a:rPr lang="en-US" dirty="0"/>
              <a:t> </a:t>
            </a:r>
            <a:r>
              <a:rPr lang="en-US" dirty="0" err="1"/>
              <a:t>ainda</a:t>
            </a:r>
            <a:r>
              <a:rPr lang="en-US" dirty="0"/>
              <a:t> — </a:t>
            </a:r>
            <a:r>
              <a:rPr lang="en-US" dirty="0" err="1"/>
              <a:t>deixe</a:t>
            </a:r>
            <a:r>
              <a:rPr lang="en-US" dirty="0"/>
              <a:t> a </a:t>
            </a:r>
            <a:r>
              <a:rPr lang="en-US" dirty="0" err="1"/>
              <a:t>dor</a:t>
            </a:r>
            <a:r>
              <a:rPr lang="en-US" dirty="0"/>
              <a:t> </a:t>
            </a:r>
            <a:r>
              <a:rPr lang="en-US" dirty="0" err="1"/>
              <a:t>assentar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3 </a:t>
            </a:r>
            <a:r>
              <a:rPr lang="en-US" dirty="0" err="1"/>
              <a:t>segundos</a:t>
            </a:r>
            <a:r>
              <a:rPr lang="en-US" dirty="0"/>
              <a:t>.
[Sources] </a:t>
            </a:r>
            <a:r>
              <a:rPr lang="en-US" dirty="0" err="1"/>
              <a:t>Contexto</a:t>
            </a:r>
            <a:r>
              <a:rPr lang="en-US" dirty="0"/>
              <a:t> do </a:t>
            </a:r>
            <a:r>
              <a:rPr lang="en-US" dirty="0" err="1"/>
              <a:t>Painel</a:t>
            </a:r>
            <a:r>
              <a:rPr lang="en-US" dirty="0"/>
              <a:t> de Monitoramento PIX (PRD, </a:t>
            </a:r>
            <a:r>
              <a:rPr lang="en-US" dirty="0" err="1"/>
              <a:t>ideação</a:t>
            </a:r>
            <a:r>
              <a:rPr lang="en-US" dirty="0"/>
              <a:t> e </a:t>
            </a:r>
            <a:r>
              <a:rPr lang="en-US" dirty="0" err="1"/>
              <a:t>evolução</a:t>
            </a:r>
            <a:r>
              <a:rPr lang="en-US" dirty="0"/>
              <a:t> v0–v3); </a:t>
            </a:r>
            <a:r>
              <a:rPr lang="en-US" dirty="0" err="1"/>
              <a:t>roteiro</a:t>
            </a:r>
            <a:r>
              <a:rPr lang="en-US" dirty="0"/>
              <a:t> do Pitch_Impacto_Aula_Gabarito_5_Slides.pptx. Visual on this slide was generated with Microsoft Copilot.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05F17F-DB09-814E-8DC2-11164E0634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8100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Quem sofre: a gestão do PIX corporativo, que precisa de 8 indicadores prioritários (TMO), e as agências, que não enxergam a carteira PIX. Por que a liderança deve se importar: o PIX é indutor de relacionamento, depósito à vista e receita, e agências de mesmo porte têm percentuais muito diferentes de clientes com chave na CAIXA. O AS-IS mostra que o problema também era de leitura: 2,6 bi de linhas na rejeitada, consultas de 30 s a 2 min e JOIN com timeout (exigindo driver de 32 GB).
[Sources] Contexto do Painel de Monitoramento PIX (PRD, ideação e evolução v0–v3); roteiro do Pitch_Impacto_Aula_Gabarito_5_Slides.pptx.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SELECIONE um indicador: a taxa de insucesso. COMPARE: 0,49% (exibida na v2, com INNER JOIN) contra 0,76% (reconciliada na v3). Cálculo verificável: (0,76 − 0,49) ÷ 0,76 ≈ 36%. Esse gap equivale a 131 mil rejeições por dia que o painel não mostrava. Resultado MEDIDO, não projetado. Se perguntarem a origem: produtos atualizados em ritmos diferentes combinados com INNER JOIN.
[Sources] Contexto do Painel de Monitoramento PIX (PRD, ideação e evolução v0–v3); roteiro do Pitch_Impacto_Aula_Gabarito_5_Slides.pptx.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VIRADA: cada versão nasceu do problema da anterior. v0 criou a primeira visão, mas com desempenho ruim. v1 resolveu escala (2,5 bi → 66 mil linhas, 9 de 9 datasets migrados), mas rejeições e total vinham de fontes diferentes. v2 cobriu mais indicadores (#2, #3, #6, #7, #8), mas o INNER JOIN gerou o gap de 36%. v3 muda a pergunta: 'sucesso primeiro, insucesso como complemento', com fonte única spitb008 e LEFT JOIN. Essa é a mudança que torna o processo mais inteligente.
[Sources] Contexto do Painel de Monitoramento PIX (PRD, ideação e evolução v0–v3); roteiro do Pitch_Impacto_Aula_Gabarito_5_Slides.pptx.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DEMONSTRE: </a:t>
            </a:r>
            <a:r>
              <a:rPr lang="en-US" dirty="0" err="1"/>
              <a:t>fonte</a:t>
            </a:r>
            <a:r>
              <a:rPr lang="en-US" dirty="0"/>
              <a:t> </a:t>
            </a:r>
            <a:r>
              <a:rPr lang="en-US" dirty="0" err="1"/>
              <a:t>única</a:t>
            </a:r>
            <a:r>
              <a:rPr lang="en-US" dirty="0"/>
              <a:t> spitb008 → Cam1 (</a:t>
            </a:r>
            <a:r>
              <a:rPr lang="en-US" dirty="0" err="1"/>
              <a:t>todas</a:t>
            </a:r>
            <a:r>
              <a:rPr lang="en-US" dirty="0"/>
              <a:t> as </a:t>
            </a:r>
            <a:r>
              <a:rPr lang="en-US" dirty="0" err="1"/>
              <a:t>transações</a:t>
            </a:r>
            <a:r>
              <a:rPr lang="en-US" dirty="0"/>
              <a:t>, </a:t>
            </a:r>
            <a:r>
              <a:rPr lang="en-US" dirty="0" err="1"/>
              <a:t>denominador</a:t>
            </a:r>
            <a:r>
              <a:rPr lang="en-US" dirty="0"/>
              <a:t>) → Cam2 (</a:t>
            </a:r>
            <a:r>
              <a:rPr lang="en-US" dirty="0" err="1"/>
              <a:t>rejeições</a:t>
            </a:r>
            <a:r>
              <a:rPr lang="en-US" dirty="0"/>
              <a:t> </a:t>
            </a:r>
            <a:r>
              <a:rPr lang="en-US" dirty="0" err="1"/>
              <a:t>preservadas</a:t>
            </a:r>
            <a:r>
              <a:rPr lang="en-US" dirty="0"/>
              <a:t> com LEFT JOIN) → job </a:t>
            </a:r>
            <a:r>
              <a:rPr lang="en-US" dirty="0" err="1"/>
              <a:t>automático</a:t>
            </a:r>
            <a:r>
              <a:rPr lang="en-US" dirty="0"/>
              <a:t> → dashboard. </a:t>
            </a:r>
            <a:r>
              <a:rPr lang="en-US" dirty="0" err="1"/>
              <a:t>Sugestão</a:t>
            </a:r>
            <a:r>
              <a:rPr lang="en-US" dirty="0"/>
              <a:t>: se </a:t>
            </a:r>
            <a:r>
              <a:rPr lang="en-US" dirty="0" err="1"/>
              <a:t>possível</a:t>
            </a:r>
            <a:r>
              <a:rPr lang="en-US" dirty="0"/>
              <a:t>, </a:t>
            </a:r>
            <a:r>
              <a:rPr lang="en-US" dirty="0" err="1"/>
              <a:t>faça</a:t>
            </a:r>
            <a:r>
              <a:rPr lang="en-US" dirty="0"/>
              <a:t> </a:t>
            </a:r>
            <a:r>
              <a:rPr lang="en-US" dirty="0" err="1"/>
              <a:t>demonstração</a:t>
            </a:r>
            <a:r>
              <a:rPr lang="en-US" dirty="0"/>
              <a:t> </a:t>
            </a:r>
            <a:r>
              <a:rPr lang="en-US" dirty="0" err="1"/>
              <a:t>ao</a:t>
            </a:r>
            <a:r>
              <a:rPr lang="en-US" dirty="0"/>
              <a:t> vivo da </a:t>
            </a:r>
            <a:r>
              <a:rPr lang="en-US" dirty="0" err="1"/>
              <a:t>página</a:t>
            </a:r>
            <a:r>
              <a:rPr lang="en-US" dirty="0"/>
              <a:t> Taxa de </a:t>
            </a:r>
            <a:r>
              <a:rPr lang="en-US" dirty="0" err="1"/>
              <a:t>Insucesso</a:t>
            </a:r>
            <a:r>
              <a:rPr lang="en-US" dirty="0"/>
              <a:t>,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dirty="0" err="1"/>
              <a:t>narrar</a:t>
            </a:r>
            <a:r>
              <a:rPr lang="en-US" dirty="0"/>
              <a:t> </a:t>
            </a:r>
            <a:r>
              <a:rPr lang="en-US" dirty="0" err="1"/>
              <a:t>cada</a:t>
            </a:r>
            <a:r>
              <a:rPr lang="en-US" dirty="0"/>
              <a:t> clique. </a:t>
            </a:r>
            <a:r>
              <a:rPr lang="en-US" dirty="0" err="1"/>
              <a:t>Destaque</a:t>
            </a:r>
            <a:r>
              <a:rPr lang="en-US" dirty="0"/>
              <a:t> o </a:t>
            </a:r>
            <a:r>
              <a:rPr lang="en-US" dirty="0" err="1"/>
              <a:t>momento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o LEFT JOIN </a:t>
            </a:r>
            <a:r>
              <a:rPr lang="en-US" dirty="0" err="1"/>
              <a:t>preserva</a:t>
            </a:r>
            <a:r>
              <a:rPr lang="en-US" dirty="0"/>
              <a:t> as </a:t>
            </a:r>
            <a:r>
              <a:rPr lang="en-US" dirty="0" err="1"/>
              <a:t>rejeições</a:t>
            </a:r>
            <a:r>
              <a:rPr lang="en-US" dirty="0"/>
              <a:t>.
ATENÇÃO DOCUMENTAL: o PRD </a:t>
            </a:r>
            <a:r>
              <a:rPr lang="en-US" dirty="0" err="1"/>
              <a:t>ainda</a:t>
            </a:r>
            <a:r>
              <a:rPr lang="en-US" dirty="0"/>
              <a:t> </a:t>
            </a:r>
            <a:r>
              <a:rPr lang="en-US" dirty="0" err="1"/>
              <a:t>registra</a:t>
            </a:r>
            <a:r>
              <a:rPr lang="en-US" dirty="0"/>
              <a:t> 'Dashboard v3 </a:t>
            </a:r>
            <a:r>
              <a:rPr lang="en-US" dirty="0" err="1"/>
              <a:t>publicado</a:t>
            </a:r>
            <a:r>
              <a:rPr lang="en-US" dirty="0"/>
              <a:t>: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iniciado</a:t>
            </a:r>
            <a:r>
              <a:rPr lang="en-US" dirty="0"/>
              <a:t>', mas a </a:t>
            </a:r>
            <a:r>
              <a:rPr lang="en-US" dirty="0" err="1"/>
              <a:t>republicação</a:t>
            </a:r>
            <a:r>
              <a:rPr lang="en-US" dirty="0"/>
              <a:t> </a:t>
            </a:r>
            <a:r>
              <a:rPr lang="en-US" dirty="0" err="1"/>
              <a:t>ocorreu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19/out. </a:t>
            </a:r>
            <a:r>
              <a:rPr lang="en-US" dirty="0" err="1"/>
              <a:t>Atualize</a:t>
            </a:r>
            <a:r>
              <a:rPr lang="en-US" dirty="0"/>
              <a:t> o PRD antes de </a:t>
            </a:r>
            <a:r>
              <a:rPr lang="en-US" dirty="0" err="1"/>
              <a:t>usá</a:t>
            </a:r>
            <a:r>
              <a:rPr lang="en-US" dirty="0"/>
              <a:t>-lo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evidência</a:t>
            </a:r>
            <a:r>
              <a:rPr lang="en-US" dirty="0"/>
              <a:t> formal.
[Sources] </a:t>
            </a:r>
            <a:r>
              <a:rPr lang="en-US" dirty="0" err="1"/>
              <a:t>Contexto</a:t>
            </a:r>
            <a:r>
              <a:rPr lang="en-US" dirty="0"/>
              <a:t> do </a:t>
            </a:r>
            <a:r>
              <a:rPr lang="en-US" dirty="0" err="1"/>
              <a:t>Painel</a:t>
            </a:r>
            <a:r>
              <a:rPr lang="en-US" dirty="0"/>
              <a:t> de </a:t>
            </a:r>
            <a:r>
              <a:rPr lang="en-US" dirty="0" err="1"/>
              <a:t>Monitoramento</a:t>
            </a:r>
            <a:r>
              <a:rPr lang="en-US" dirty="0"/>
              <a:t> PIX (PRD, </a:t>
            </a:r>
            <a:r>
              <a:rPr lang="en-US" dirty="0" err="1"/>
              <a:t>ideação</a:t>
            </a:r>
            <a:r>
              <a:rPr lang="en-US" dirty="0"/>
              <a:t> e </a:t>
            </a:r>
            <a:r>
              <a:rPr lang="en-US" dirty="0" err="1"/>
              <a:t>evolução</a:t>
            </a:r>
            <a:r>
              <a:rPr lang="en-US" dirty="0"/>
              <a:t> v0–v3); </a:t>
            </a:r>
            <a:r>
              <a:rPr lang="en-US" dirty="0" err="1"/>
              <a:t>roteiro</a:t>
            </a:r>
            <a:r>
              <a:rPr lang="en-US" dirty="0"/>
              <a:t> do Pitch_Impacto_Aula_Gabarito_5_Slides.pptx.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INC-002: em 14/out, o painel mostrou um pico de 6,73% no código ED05, equivalente a 115 vezes o normal, visível apenas na granularidade diária. Esse é o tipo de evento que uma média escondia. Também foram reclassificadas 401 mil mensagens após a correção de Cancelamento na Origem e no Destino. Atualização automática em D-1 com e-mail em caso de falha. Sugestão: mostre essa tela ao vivo ou em print.
[Sources] Contexto do Painel de Monitoramento PIX (PRD, ideação e evolução v0–v3); roteiro do Pitch_Impacto_Aula_Gabarito_5_Slides.pptx.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MEÇA: o indicador de sucesso é a redução do volume consultado (2,6 bi → ~200 mil linhas, ≈13.000×), a correção do gap de 36% e a reconciliação entre camadas e produtos (Cam1 ≡ P1 &lt; 0,0002%; Cam2 ≡ P2 = 0; nenhuma duplicata na chave nos cinco produtos). COMPARE cenário atual (v2) com v3. Tudo nesta tabela é MEDIDO.
[Sources] Contexto do Painel de Monitoramento PIX (PRD, ideação e evolução v0–v3); roteiro do Pitch_Impacto_Aula_Gabarito_5_Slides.pptx.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QUALIFIQUE: diferencie o que foi medido do que é projetado. O ETL abaixo de 10 minutos por dia é PROJETADO (hipótese a validar com o monitoramento do job). A cobertura é de 5 dos 8 TMOs (#2, #3, #6, #7, #8); pendentes #1 disponibilidade, #4 quantidade de incidentes e #5 principais incidentes. Declare as limitações antes que a banca pergunte: GAP-001 (contagem por mensagem, ~3,8% podem ser retentativas), códigos fantasma 129–133, P3 com quatro dias de atraso, 27 registros com valor negativo e publicação dependente da esteira GEGOD.
[Sources] Contexto do Painel de Monitoramento PIX (PRD, ideação e evolução v0–v3); roteiro do Pitch_Impacto_Aula_Gabarito_5_Slides.pptx.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Os próximos passos previstos no PRD: Fase 1 (out/2026) fecha os indicadores TMO, hoje 5 de 8; Fase 2 (nov/2026) integra BEOPF06 + Tableau, QR Code, tarifas e espaço Genie; Fase 3 (dez/2026) entrega a visão executiva com CGC Agregador para Agências, SR e SEV, com implantação nas redes Varejo e Atacado. A Fase 3 é o pedido de piloto desta apresentação.
[Sources] Contexto do Painel de Monitoramento PIX (PRD, ideação e evolução v0–v3); roteiro do Pitch_Impacto_Aula_Gabarito_5_Slides.pptx.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RETOME a pergunta inicial, SINTETIZE a transformação em uma frase e CONVOQUE a decisão: aprovar a Fase 3 (CGC Agregador para Agências, SR e SEV) como piloto. Não encerre com 'obrigado'. Reserve alguns segundos de silêncio após a frase final.
[Sources] Contexto do Painel de Monitoramento PIX (PRD, ideação e evolução v0–v3); roteiro do Pitch_Impacto_Aula_Gabarito_5_Slides.pptx. Visual on this slide was generated with Microsoft Copilot.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m gerada por IA: fluxos de dados em azul e ciano, com foco visual à direita."/>
          <p:cNvPicPr>
            <a:picLocks noChangeAspect="1"/>
          </p:cNvPicPr>
          <p:nvPr/>
        </p:nvPicPr>
        <p:blipFill>
          <a:blip r:embed="rId3"/>
          <a:srcRect t="27" b="27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37533" y="1048521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Grupo 4</a:t>
            </a:r>
          </a:p>
          <a:p>
            <a:br>
              <a:rPr lang="pt-BR" sz="3200" dirty="0"/>
            </a:br>
            <a:r>
              <a:rPr lang="pt-BR" sz="1600" dirty="0">
                <a:solidFill>
                  <a:srgbClr val="FFFFFF"/>
                </a:solidFill>
                <a:latin typeface="Trebuchet MS" pitchFamily="34" charset="0"/>
              </a:rPr>
              <a:t>Danilo dos Santos Pinto</a:t>
            </a:r>
          </a:p>
          <a:p>
            <a:r>
              <a:rPr lang="pt-BR" sz="1600" dirty="0">
                <a:solidFill>
                  <a:srgbClr val="FFFFFF"/>
                </a:solidFill>
                <a:latin typeface="Trebuchet MS" pitchFamily="34" charset="0"/>
              </a:rPr>
              <a:t>Eduardo Constantino de Oliveira</a:t>
            </a:r>
          </a:p>
          <a:p>
            <a:r>
              <a:rPr lang="pt-BR" sz="1600" dirty="0">
                <a:solidFill>
                  <a:srgbClr val="FFFFFF"/>
                </a:solidFill>
                <a:latin typeface="Trebuchet MS" pitchFamily="34" charset="0"/>
              </a:rPr>
              <a:t>Gabriel Figueiredo Gomes</a:t>
            </a:r>
          </a:p>
          <a:p>
            <a:r>
              <a:rPr lang="pt-BR" sz="1600" dirty="0">
                <a:solidFill>
                  <a:srgbClr val="FFFFFF"/>
                </a:solidFill>
                <a:latin typeface="Trebuchet MS" pitchFamily="34" charset="0"/>
              </a:rPr>
              <a:t>Leonardo da Cruz Jordao</a:t>
            </a:r>
          </a:p>
          <a:p>
            <a:r>
              <a:rPr lang="pt-BR" sz="1600" dirty="0">
                <a:solidFill>
                  <a:srgbClr val="FFFFFF"/>
                </a:solidFill>
                <a:latin typeface="Trebuchet MS" pitchFamily="34" charset="0"/>
              </a:rPr>
              <a:t>Mariana Cristina </a:t>
            </a:r>
            <a:r>
              <a:rPr lang="pt-BR" sz="1600" dirty="0" err="1">
                <a:solidFill>
                  <a:srgbClr val="FFFFFF"/>
                </a:solidFill>
                <a:latin typeface="Trebuchet MS" pitchFamily="34" charset="0"/>
              </a:rPr>
              <a:t>Gritzenco</a:t>
            </a:r>
            <a:r>
              <a:rPr lang="pt-BR" sz="1600" dirty="0">
                <a:solidFill>
                  <a:srgbClr val="FFFFFF"/>
                </a:solidFill>
                <a:latin typeface="Trebuchet MS" pitchFamily="34" charset="0"/>
              </a:rPr>
              <a:t> dos Santos</a:t>
            </a:r>
          </a:p>
          <a:p>
            <a:r>
              <a:rPr lang="pt-BR" sz="1600" dirty="0">
                <a:solidFill>
                  <a:srgbClr val="FFFFFF"/>
                </a:solidFill>
                <a:latin typeface="Trebuchet MS" pitchFamily="34" charset="0"/>
              </a:rPr>
              <a:t>Vinicius Hiroshi Sato</a:t>
            </a:r>
          </a:p>
          <a:p>
            <a:pPr marL="0" indent="0">
              <a:buNone/>
            </a:pP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BEF3B-2740-C879-CBE5-C24AB9B44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ok_bg.png">
            <a:extLst>
              <a:ext uri="{FF2B5EF4-FFF2-40B4-BE49-F238E27FC236}">
                <a16:creationId xmlns:a16="http://schemas.microsoft.com/office/drawing/2014/main" id="{22F12A15-7934-4E52-3D55-0156CC9BA4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0" b="10543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DFD2BBBE-1525-FA91-5C6E-1F2C61D1D807}"/>
              </a:ext>
            </a:extLst>
          </p:cNvPr>
          <p:cNvSpPr/>
          <p:nvPr/>
        </p:nvSpPr>
        <p:spPr>
          <a:xfrm>
            <a:off x="0" y="0"/>
            <a:ext cx="6035040" cy="5143500"/>
          </a:xfrm>
          <a:prstGeom prst="rect">
            <a:avLst/>
          </a:prstGeom>
          <a:solidFill>
            <a:srgbClr val="0A2540">
              <a:alpha val="88000"/>
            </a:srgbClr>
          </a:solidFill>
          <a:ln w="12700">
            <a:solidFill>
              <a:srgbClr val="0A25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6936D53E-143F-B402-E090-7962951D923E}"/>
              </a:ext>
            </a:extLst>
          </p:cNvPr>
          <p:cNvSpPr/>
          <p:nvPr/>
        </p:nvSpPr>
        <p:spPr>
          <a:xfrm>
            <a:off x="1389888" y="220599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</a:t>
            </a:r>
            <a:r>
              <a:rPr lang="en-US" sz="32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</a:t>
            </a: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é </a:t>
            </a:r>
            <a:r>
              <a:rPr lang="en-US" sz="32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confiança</a:t>
            </a: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?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7595888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54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76C384-805B-3C4D-79ED-25A50B793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ok_bg.png">
            <a:extLst>
              <a:ext uri="{FF2B5EF4-FFF2-40B4-BE49-F238E27FC236}">
                <a16:creationId xmlns:a16="http://schemas.microsoft.com/office/drawing/2014/main" id="{E2BAF393-236B-3478-259B-116C81EBB5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0" b="10543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2B74862E-BD2E-457F-55B4-11FE2A7216D1}"/>
              </a:ext>
            </a:extLst>
          </p:cNvPr>
          <p:cNvSpPr/>
          <p:nvPr/>
        </p:nvSpPr>
        <p:spPr>
          <a:xfrm>
            <a:off x="0" y="0"/>
            <a:ext cx="6035040" cy="5143500"/>
          </a:xfrm>
          <a:prstGeom prst="rect">
            <a:avLst/>
          </a:prstGeom>
          <a:solidFill>
            <a:srgbClr val="0A2540">
              <a:alpha val="88000"/>
            </a:srgbClr>
          </a:solidFill>
          <a:ln w="12700">
            <a:solidFill>
              <a:srgbClr val="0A25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F07BF568-0E37-7F71-0B37-36BBB794FF9F}"/>
              </a:ext>
            </a:extLst>
          </p:cNvPr>
          <p:cNvSpPr/>
          <p:nvPr/>
        </p:nvSpPr>
        <p:spPr>
          <a:xfrm>
            <a:off x="548640" y="2034540"/>
            <a:ext cx="5120640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CAIXA </a:t>
            </a:r>
            <a:r>
              <a:rPr lang="en-US" sz="32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enxerga</a:t>
            </a: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 com </a:t>
            </a:r>
            <a:r>
              <a:rPr lang="en-US" sz="32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confiança</a:t>
            </a: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 a </a:t>
            </a:r>
            <a:r>
              <a:rPr lang="en-US" sz="32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própria</a:t>
            </a: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32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carteira</a:t>
            </a: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PIX?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854546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502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>
                <a:solidFill>
                  <a:srgbClr val="0A25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problema não é técnico. É de visibilidade.</a:t>
            </a:r>
            <a:endParaRPr lang="en-US" sz="260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MONITORAMENTO PIX</a:t>
            </a:r>
            <a:endParaRPr lang="en-US" sz="800"/>
          </a:p>
        </p:txBody>
      </p:sp>
      <p:sp>
        <p:nvSpPr>
          <p:cNvPr id="5" name="Text 3"/>
          <p:cNvSpPr/>
          <p:nvPr/>
        </p:nvSpPr>
        <p:spPr>
          <a:xfrm>
            <a:off x="8229600" y="48463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/>
          </a:p>
        </p:txBody>
      </p:sp>
      <p:sp>
        <p:nvSpPr>
          <p:cNvPr id="19" name="Shape 14"/>
          <p:cNvSpPr/>
          <p:nvPr/>
        </p:nvSpPr>
        <p:spPr>
          <a:xfrm>
            <a:off x="4937760" y="1591056"/>
            <a:ext cx="265176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1E7EF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0" name="Shape 15"/>
          <p:cNvSpPr/>
          <p:nvPr/>
        </p:nvSpPr>
        <p:spPr>
          <a:xfrm>
            <a:off x="4937760" y="1591056"/>
            <a:ext cx="64008" cy="2011680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6"/>
          <p:cNvSpPr/>
          <p:nvPr/>
        </p:nvSpPr>
        <p:spPr>
          <a:xfrm>
            <a:off x="5166360" y="1792224"/>
            <a:ext cx="457200" cy="457200"/>
          </a:xfrm>
          <a:prstGeom prst="ellipse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1901952"/>
            <a:ext cx="237744" cy="23774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166360" y="232257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>
                <a:solidFill>
                  <a:srgbClr val="0A25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 que importa à liderança</a:t>
            </a:r>
            <a:endParaRPr lang="en-US" sz="1300"/>
          </a:p>
        </p:txBody>
      </p:sp>
      <p:sp>
        <p:nvSpPr>
          <p:cNvPr id="24" name="Text 18"/>
          <p:cNvSpPr/>
          <p:nvPr/>
        </p:nvSpPr>
        <p:spPr>
          <a:xfrm>
            <a:off x="5166360" y="280720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PIX é indutor de relacionamento, de depósito à vista e de receita.</a:t>
            </a:r>
            <a:endParaRPr lang="en-US" sz="1100"/>
          </a:p>
        </p:txBody>
      </p:sp>
      <p:sp>
        <p:nvSpPr>
          <p:cNvPr id="25" name="Shape 19"/>
          <p:cNvSpPr/>
          <p:nvPr/>
        </p:nvSpPr>
        <p:spPr>
          <a:xfrm>
            <a:off x="719328" y="1965960"/>
            <a:ext cx="3041904" cy="1097280"/>
          </a:xfrm>
          <a:prstGeom prst="rect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Text 24"/>
          <p:cNvSpPr/>
          <p:nvPr/>
        </p:nvSpPr>
        <p:spPr>
          <a:xfrm>
            <a:off x="1691640" y="21305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71,6%</a:t>
            </a:r>
            <a:endParaRPr lang="en-US" sz="2600"/>
          </a:p>
        </p:txBody>
      </p:sp>
      <p:sp>
        <p:nvSpPr>
          <p:cNvPr id="31" name="Text 25"/>
          <p:cNvSpPr/>
          <p:nvPr/>
        </p:nvSpPr>
        <p:spPr>
          <a:xfrm>
            <a:off x="1463040" y="2596896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rejeições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identificadas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502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A25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Dado </a:t>
            </a:r>
            <a:r>
              <a:rPr lang="en-US" sz="2600" b="1" dirty="0" err="1">
                <a:solidFill>
                  <a:srgbClr val="0A25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decisivo</a:t>
            </a:r>
            <a:r>
              <a:rPr lang="en-US" sz="2600" b="1" dirty="0">
                <a:solidFill>
                  <a:srgbClr val="0A25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: Um </a:t>
            </a:r>
            <a:r>
              <a:rPr lang="en-US" sz="2600" b="1" dirty="0" err="1">
                <a:solidFill>
                  <a:srgbClr val="0A25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único</a:t>
            </a:r>
            <a:r>
              <a:rPr lang="en-US" sz="2600" b="1" dirty="0">
                <a:solidFill>
                  <a:srgbClr val="0A25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600" b="1" dirty="0" err="1">
                <a:solidFill>
                  <a:srgbClr val="0A25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número</a:t>
            </a:r>
            <a:r>
              <a:rPr lang="en-US" sz="2600" b="1" dirty="0">
                <a:solidFill>
                  <a:srgbClr val="0A25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600" b="1" dirty="0" err="1">
                <a:solidFill>
                  <a:srgbClr val="0A25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muda</a:t>
            </a:r>
            <a:r>
              <a:rPr lang="en-US" sz="2600" b="1" dirty="0">
                <a:solidFill>
                  <a:srgbClr val="0A25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a </a:t>
            </a:r>
            <a:r>
              <a:rPr lang="en-US" sz="2600" b="1" dirty="0" err="1">
                <a:solidFill>
                  <a:srgbClr val="0A25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leitura</a:t>
            </a:r>
            <a:r>
              <a:rPr lang="en-US" sz="2600" b="1" dirty="0">
                <a:solidFill>
                  <a:srgbClr val="0A25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: 36%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MONITORAMENTO PIX</a:t>
            </a:r>
            <a:endParaRPr lang="en-US" sz="800"/>
          </a:p>
        </p:txBody>
      </p:sp>
      <p:sp>
        <p:nvSpPr>
          <p:cNvPr id="5" name="Text 3"/>
          <p:cNvSpPr/>
          <p:nvPr/>
        </p:nvSpPr>
        <p:spPr>
          <a:xfrm>
            <a:off x="8229600" y="48463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/>
          </a:p>
        </p:txBody>
      </p:sp>
      <p:graphicFrame>
        <p:nvGraphicFramePr>
          <p:cNvPr id="9" name="Chart 0" descr="Chart"/>
          <p:cNvGraphicFramePr/>
          <p:nvPr>
            <p:extLst>
              <p:ext uri="{D42A27DB-BD31-4B8C-83A1-F6EECF244321}">
                <p14:modId xmlns:p14="http://schemas.microsoft.com/office/powerpoint/2010/main" val="3829884908"/>
              </p:ext>
            </p:extLst>
          </p:nvPr>
        </p:nvGraphicFramePr>
        <p:xfrm>
          <a:off x="457200" y="1714500"/>
          <a:ext cx="46634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 6"/>
          <p:cNvSpPr/>
          <p:nvPr/>
        </p:nvSpPr>
        <p:spPr>
          <a:xfrm>
            <a:off x="5577840" y="12801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36%</a:t>
            </a:r>
            <a:endParaRPr lang="en-US" sz="8000" dirty="0"/>
          </a:p>
        </p:txBody>
      </p:sp>
      <p:sp>
        <p:nvSpPr>
          <p:cNvPr id="11" name="Text 7"/>
          <p:cNvSpPr/>
          <p:nvPr/>
        </p:nvSpPr>
        <p:spPr>
          <a:xfrm>
            <a:off x="5577840" y="23774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rejeições PIX ficavam fora da taxa de insucesso.</a:t>
            </a:r>
            <a:endParaRPr lang="en-US" sz="1500"/>
          </a:p>
        </p:txBody>
      </p:sp>
      <p:sp>
        <p:nvSpPr>
          <p:cNvPr id="12" name="Shape 8"/>
          <p:cNvSpPr/>
          <p:nvPr/>
        </p:nvSpPr>
        <p:spPr>
          <a:xfrm>
            <a:off x="5577840" y="3200400"/>
            <a:ext cx="3108960" cy="1143000"/>
          </a:xfrm>
          <a:prstGeom prst="rect">
            <a:avLst/>
          </a:prstGeom>
          <a:solidFill>
            <a:srgbClr val="005CA9"/>
          </a:solidFill>
          <a:ln w="12700">
            <a:solidFill>
              <a:srgbClr val="005CA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9"/>
          <p:cNvSpPr/>
          <p:nvPr/>
        </p:nvSpPr>
        <p:spPr>
          <a:xfrm>
            <a:off x="5760720" y="3246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131 mil</a:t>
            </a:r>
            <a:endParaRPr lang="en-US" sz="3400"/>
          </a:p>
        </p:txBody>
      </p:sp>
      <p:sp>
        <p:nvSpPr>
          <p:cNvPr id="14" name="Text 10"/>
          <p:cNvSpPr/>
          <p:nvPr/>
        </p:nvSpPr>
        <p:spPr>
          <a:xfrm>
            <a:off x="576072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rejeições por dia recuperadas</a:t>
            </a:r>
            <a:endParaRPr lang="en-US" sz="13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502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>
                <a:solidFill>
                  <a:srgbClr val="0A25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virada: uma única origem para o cálculo</a:t>
            </a:r>
            <a:endParaRPr lang="en-US" sz="260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MONITORAMENTO PIX</a:t>
            </a:r>
            <a:endParaRPr lang="en-US" sz="800"/>
          </a:p>
        </p:txBody>
      </p:sp>
      <p:sp>
        <p:nvSpPr>
          <p:cNvPr id="5" name="Text 3"/>
          <p:cNvSpPr/>
          <p:nvPr/>
        </p:nvSpPr>
        <p:spPr>
          <a:xfrm>
            <a:off x="8229600" y="48463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/>
          </a:p>
        </p:txBody>
      </p:sp>
      <p:sp>
        <p:nvSpPr>
          <p:cNvPr id="7" name="Shape 4"/>
          <p:cNvSpPr/>
          <p:nvPr/>
        </p:nvSpPr>
        <p:spPr>
          <a:xfrm>
            <a:off x="457200" y="1325880"/>
            <a:ext cx="192024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E1E7EF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621792" y="14630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5CA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v0 · jul–ago</a:t>
            </a:r>
            <a:endParaRPr lang="en-US" sz="1300"/>
          </a:p>
        </p:txBody>
      </p:sp>
      <p:sp>
        <p:nvSpPr>
          <p:cNvPr id="9" name="Text 6"/>
          <p:cNvSpPr/>
          <p:nvPr/>
        </p:nvSpPr>
        <p:spPr>
          <a:xfrm>
            <a:off x="621792" y="1874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FEZ</a:t>
            </a:r>
            <a:endParaRPr lang="en-US" sz="850"/>
          </a:p>
        </p:txBody>
      </p:sp>
      <p:sp>
        <p:nvSpPr>
          <p:cNvPr id="10" name="Text 7"/>
          <p:cNvSpPr/>
          <p:nvPr/>
        </p:nvSpPr>
        <p:spPr>
          <a:xfrm>
            <a:off x="621792" y="2075688"/>
            <a:ext cx="16276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 prata e dashboard lendo a tabela bruta.</a:t>
            </a:r>
            <a:endParaRPr lang="en-US" sz="1150"/>
          </a:p>
        </p:txBody>
      </p:sp>
      <p:sp>
        <p:nvSpPr>
          <p:cNvPr id="11" name="Text 8"/>
          <p:cNvSpPr/>
          <p:nvPr/>
        </p:nvSpPr>
        <p:spPr>
          <a:xfrm>
            <a:off x="621792" y="29260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REVELOU</a:t>
            </a:r>
            <a:endParaRPr lang="en-US" sz="850"/>
          </a:p>
        </p:txBody>
      </p:sp>
      <p:sp>
        <p:nvSpPr>
          <p:cNvPr id="12" name="Text 9"/>
          <p:cNvSpPr/>
          <p:nvPr/>
        </p:nvSpPr>
        <p:spPr>
          <a:xfrm>
            <a:off x="621792" y="3127248"/>
            <a:ext cx="1627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 ruim e 71,6% das rejeições sem agente mapeado.</a:t>
            </a:r>
            <a:endParaRPr lang="en-US" sz="1150"/>
          </a:p>
        </p:txBody>
      </p:sp>
      <p:sp>
        <p:nvSpPr>
          <p:cNvPr id="13" name="Shape 10"/>
          <p:cNvSpPr/>
          <p:nvPr/>
        </p:nvSpPr>
        <p:spPr>
          <a:xfrm>
            <a:off x="2560320" y="1325880"/>
            <a:ext cx="192024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E1E7EF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2724912" y="14630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5CA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v1 · set–02/out</a:t>
            </a:r>
            <a:endParaRPr lang="en-US" sz="1300"/>
          </a:p>
        </p:txBody>
      </p:sp>
      <p:sp>
        <p:nvSpPr>
          <p:cNvPr id="15" name="Text 12"/>
          <p:cNvSpPr/>
          <p:nvPr/>
        </p:nvSpPr>
        <p:spPr>
          <a:xfrm>
            <a:off x="2724912" y="1874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FEZ</a:t>
            </a:r>
            <a:endParaRPr lang="en-US" sz="850"/>
          </a:p>
        </p:txBody>
      </p:sp>
      <p:sp>
        <p:nvSpPr>
          <p:cNvPr id="16" name="Text 13"/>
          <p:cNvSpPr/>
          <p:nvPr/>
        </p:nvSpPr>
        <p:spPr>
          <a:xfrm>
            <a:off x="2724912" y="2075688"/>
            <a:ext cx="16276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Pré-agregação diária: 2,5 bi → 66 mil linhas.</a:t>
            </a:r>
            <a:endParaRPr lang="en-US" sz="1150"/>
          </a:p>
        </p:txBody>
      </p:sp>
      <p:sp>
        <p:nvSpPr>
          <p:cNvPr id="17" name="Text 14"/>
          <p:cNvSpPr/>
          <p:nvPr/>
        </p:nvSpPr>
        <p:spPr>
          <a:xfrm>
            <a:off x="2724912" y="29260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REVELOU</a:t>
            </a:r>
            <a:endParaRPr lang="en-US" sz="850"/>
          </a:p>
        </p:txBody>
      </p:sp>
      <p:sp>
        <p:nvSpPr>
          <p:cNvPr id="18" name="Text 15"/>
          <p:cNvSpPr/>
          <p:nvPr/>
        </p:nvSpPr>
        <p:spPr>
          <a:xfrm>
            <a:off x="2724912" y="3127248"/>
            <a:ext cx="1627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Rejeições e total de transações vinham de fontes diferentes.</a:t>
            </a:r>
            <a:endParaRPr lang="en-US" sz="1150"/>
          </a:p>
        </p:txBody>
      </p:sp>
      <p:sp>
        <p:nvSpPr>
          <p:cNvPr id="19" name="Shape 16"/>
          <p:cNvSpPr/>
          <p:nvPr/>
        </p:nvSpPr>
        <p:spPr>
          <a:xfrm>
            <a:off x="4663440" y="1325880"/>
            <a:ext cx="192024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E1E7EF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4828032" y="14630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5CA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v2 · 07–13/out</a:t>
            </a:r>
            <a:endParaRPr lang="en-US" sz="1300"/>
          </a:p>
        </p:txBody>
      </p:sp>
      <p:sp>
        <p:nvSpPr>
          <p:cNvPr id="21" name="Text 18"/>
          <p:cNvSpPr/>
          <p:nvPr/>
        </p:nvSpPr>
        <p:spPr>
          <a:xfrm>
            <a:off x="4828032" y="1874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FEZ</a:t>
            </a:r>
            <a:endParaRPr lang="en-US" sz="850"/>
          </a:p>
        </p:txBody>
      </p:sp>
      <p:sp>
        <p:nvSpPr>
          <p:cNvPr id="22" name="Text 19"/>
          <p:cNvSpPr/>
          <p:nvPr/>
        </p:nvSpPr>
        <p:spPr>
          <a:xfrm>
            <a:off x="4828032" y="2075688"/>
            <a:ext cx="16276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produto por indicador (TMO), com P1–P4.</a:t>
            </a:r>
            <a:endParaRPr lang="en-US" sz="1150"/>
          </a:p>
        </p:txBody>
      </p:sp>
      <p:sp>
        <p:nvSpPr>
          <p:cNvPr id="23" name="Text 20"/>
          <p:cNvSpPr/>
          <p:nvPr/>
        </p:nvSpPr>
        <p:spPr>
          <a:xfrm>
            <a:off x="4828032" y="29260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REVELOU</a:t>
            </a:r>
            <a:endParaRPr lang="en-US" sz="850"/>
          </a:p>
        </p:txBody>
      </p:sp>
      <p:sp>
        <p:nvSpPr>
          <p:cNvPr id="24" name="Text 21"/>
          <p:cNvSpPr/>
          <p:nvPr/>
        </p:nvSpPr>
        <p:spPr>
          <a:xfrm>
            <a:off x="4828032" y="3127248"/>
            <a:ext cx="1627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de 36% por INNER JOIN: taxa de 0,49% contra 0,76%.</a:t>
            </a:r>
            <a:endParaRPr lang="en-US" sz="1150"/>
          </a:p>
        </p:txBody>
      </p:sp>
      <p:sp>
        <p:nvSpPr>
          <p:cNvPr id="25" name="Shape 22"/>
          <p:cNvSpPr/>
          <p:nvPr/>
        </p:nvSpPr>
        <p:spPr>
          <a:xfrm>
            <a:off x="6766560" y="1325880"/>
            <a:ext cx="1920240" cy="2697480"/>
          </a:xfrm>
          <a:prstGeom prst="rect">
            <a:avLst/>
          </a:prstGeom>
          <a:solidFill>
            <a:srgbClr val="005CA9"/>
          </a:solidFill>
          <a:ln w="6350">
            <a:solidFill>
              <a:srgbClr val="005CA9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6" name="Text 23"/>
          <p:cNvSpPr/>
          <p:nvPr/>
        </p:nvSpPr>
        <p:spPr>
          <a:xfrm>
            <a:off x="6931152" y="14630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v3 · 14–20/out</a:t>
            </a:r>
            <a:endParaRPr lang="en-US" sz="1300"/>
          </a:p>
        </p:txBody>
      </p:sp>
      <p:sp>
        <p:nvSpPr>
          <p:cNvPr id="27" name="Text 24"/>
          <p:cNvSpPr/>
          <p:nvPr/>
        </p:nvSpPr>
        <p:spPr>
          <a:xfrm>
            <a:off x="6931152" y="1874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>
                <a:solidFill>
                  <a:srgbClr val="CF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FEZ</a:t>
            </a:r>
            <a:endParaRPr lang="en-US" sz="850"/>
          </a:p>
        </p:txBody>
      </p:sp>
      <p:sp>
        <p:nvSpPr>
          <p:cNvPr id="28" name="Text 25"/>
          <p:cNvSpPr/>
          <p:nvPr/>
        </p:nvSpPr>
        <p:spPr>
          <a:xfrm>
            <a:off x="6931152" y="2075688"/>
            <a:ext cx="16276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única spitb008, três camadas e LEFT JOIN.</a:t>
            </a:r>
            <a:endParaRPr lang="en-US" sz="1150"/>
          </a:p>
        </p:txBody>
      </p:sp>
      <p:sp>
        <p:nvSpPr>
          <p:cNvPr id="29" name="Text 26"/>
          <p:cNvSpPr/>
          <p:nvPr/>
        </p:nvSpPr>
        <p:spPr>
          <a:xfrm>
            <a:off x="6931152" y="29260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>
                <a:solidFill>
                  <a:srgbClr val="CF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850"/>
          </a:p>
        </p:txBody>
      </p:sp>
      <p:sp>
        <p:nvSpPr>
          <p:cNvPr id="30" name="Text 27"/>
          <p:cNvSpPr/>
          <p:nvPr/>
        </p:nvSpPr>
        <p:spPr>
          <a:xfrm>
            <a:off x="6931152" y="3127248"/>
            <a:ext cx="1627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Reconciliação ≤ 0,0002% e atualização automática em D-1.</a:t>
            </a:r>
            <a:endParaRPr lang="en-US" sz="1150"/>
          </a:p>
        </p:txBody>
      </p:sp>
      <p:sp>
        <p:nvSpPr>
          <p:cNvPr id="31" name="Shape 28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79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Sucesso primeiro, insucesso como complemento: </a:t>
            </a:r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origem para numerador e denominador.</a:t>
            </a:r>
            <a:endParaRPr lang="en-US" sz="13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502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>
                <a:solidFill>
                  <a:srgbClr val="0A25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Funcionando: da fonte única ao dashboard</a:t>
            </a:r>
            <a:endParaRPr lang="en-US" sz="260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MONITORAMENTO PIX</a:t>
            </a:r>
            <a:endParaRPr lang="en-US" sz="800"/>
          </a:p>
        </p:txBody>
      </p:sp>
      <p:sp>
        <p:nvSpPr>
          <p:cNvPr id="5" name="Text 3"/>
          <p:cNvSpPr/>
          <p:nvPr/>
        </p:nvSpPr>
        <p:spPr>
          <a:xfrm>
            <a:off x="8229600" y="48463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/>
          </a:p>
        </p:txBody>
      </p:sp>
      <p:sp>
        <p:nvSpPr>
          <p:cNvPr id="7" name="Shape 4"/>
          <p:cNvSpPr/>
          <p:nvPr/>
        </p:nvSpPr>
        <p:spPr>
          <a:xfrm>
            <a:off x="457200" y="1325880"/>
            <a:ext cx="1481328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E1E7EF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66928" y="1463040"/>
            <a:ext cx="420624" cy="420624"/>
          </a:xfrm>
          <a:prstGeom prst="ellipse">
            <a:avLst/>
          </a:prstGeom>
          <a:solidFill>
            <a:srgbClr val="005CA9"/>
          </a:solidFill>
          <a:ln w="12700">
            <a:solidFill>
              <a:srgbClr val="005CA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572768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" y="19842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A25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Fonte única</a:t>
            </a:r>
            <a:endParaRPr lang="en-US" sz="1200"/>
          </a:p>
        </p:txBody>
      </p:sp>
      <p:sp>
        <p:nvSpPr>
          <p:cNvPr id="11" name="Text 7"/>
          <p:cNvSpPr/>
          <p:nvPr/>
        </p:nvSpPr>
        <p:spPr>
          <a:xfrm>
            <a:off x="566928" y="2286000"/>
            <a:ext cx="12984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dados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brutos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1956816" y="2286000"/>
            <a:ext cx="173736" cy="228600"/>
          </a:xfrm>
          <a:prstGeom prst="rightArrow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9"/>
          <p:cNvSpPr/>
          <p:nvPr/>
        </p:nvSpPr>
        <p:spPr>
          <a:xfrm>
            <a:off x="2144268" y="1325880"/>
            <a:ext cx="1481328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E1E7EF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4" name="Shape 10"/>
          <p:cNvSpPr/>
          <p:nvPr/>
        </p:nvSpPr>
        <p:spPr>
          <a:xfrm>
            <a:off x="2253996" y="1463040"/>
            <a:ext cx="420624" cy="420624"/>
          </a:xfrm>
          <a:prstGeom prst="ellipse">
            <a:avLst/>
          </a:prstGeom>
          <a:solidFill>
            <a:srgbClr val="005CA9"/>
          </a:solidFill>
          <a:ln w="12700">
            <a:solidFill>
              <a:srgbClr val="005CA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3724" y="1572768"/>
            <a:ext cx="201168" cy="20116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253996" y="19842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A25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Cam1</a:t>
            </a:r>
            <a:endParaRPr lang="en-US" sz="1200"/>
          </a:p>
        </p:txBody>
      </p:sp>
      <p:sp>
        <p:nvSpPr>
          <p:cNvPr id="17" name="Text 12"/>
          <p:cNvSpPr/>
          <p:nvPr/>
        </p:nvSpPr>
        <p:spPr>
          <a:xfrm>
            <a:off x="2253996" y="2286000"/>
            <a:ext cx="12984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Agregação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contabilização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dos KPI´s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3643884" y="2286000"/>
            <a:ext cx="173736" cy="228600"/>
          </a:xfrm>
          <a:prstGeom prst="rightArrow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4"/>
          <p:cNvSpPr/>
          <p:nvPr/>
        </p:nvSpPr>
        <p:spPr>
          <a:xfrm>
            <a:off x="3831336" y="1325880"/>
            <a:ext cx="1481328" cy="2148840"/>
          </a:xfrm>
          <a:prstGeom prst="rect">
            <a:avLst/>
          </a:prstGeom>
          <a:solidFill>
            <a:srgbClr val="FFFFFF"/>
          </a:solidFill>
          <a:ln w="28575">
            <a:solidFill>
              <a:srgbClr val="F7941D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0" name="Shape 15"/>
          <p:cNvSpPr/>
          <p:nvPr/>
        </p:nvSpPr>
        <p:spPr>
          <a:xfrm>
            <a:off x="3941064" y="1463040"/>
            <a:ext cx="420624" cy="420624"/>
          </a:xfrm>
          <a:prstGeom prst="ellipse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0792" y="1572768"/>
            <a:ext cx="201168" cy="20116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3941064" y="19842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A25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Cam2</a:t>
            </a:r>
            <a:endParaRPr lang="en-US" sz="1200"/>
          </a:p>
        </p:txBody>
      </p:sp>
      <p:sp>
        <p:nvSpPr>
          <p:cNvPr id="23" name="Text 17"/>
          <p:cNvSpPr/>
          <p:nvPr/>
        </p:nvSpPr>
        <p:spPr>
          <a:xfrm>
            <a:off x="3941064" y="2286000"/>
            <a:ext cx="12984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Cruzamento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dados com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interesse 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330952" y="2286000"/>
            <a:ext cx="173736" cy="228600"/>
          </a:xfrm>
          <a:prstGeom prst="rightArrow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25" name="Shape 19"/>
          <p:cNvSpPr/>
          <p:nvPr/>
        </p:nvSpPr>
        <p:spPr>
          <a:xfrm>
            <a:off x="5518404" y="1325880"/>
            <a:ext cx="1481328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E1E7EF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 dirty="0"/>
          </a:p>
        </p:txBody>
      </p:sp>
      <p:sp>
        <p:nvSpPr>
          <p:cNvPr id="26" name="Shape 20"/>
          <p:cNvSpPr/>
          <p:nvPr/>
        </p:nvSpPr>
        <p:spPr>
          <a:xfrm>
            <a:off x="5628132" y="1463040"/>
            <a:ext cx="420624" cy="420624"/>
          </a:xfrm>
          <a:prstGeom prst="ellipse">
            <a:avLst/>
          </a:prstGeom>
          <a:solidFill>
            <a:srgbClr val="005CA9"/>
          </a:solidFill>
          <a:ln w="12700">
            <a:solidFill>
              <a:srgbClr val="005CA9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7860" y="1572768"/>
            <a:ext cx="201168" cy="20116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628132" y="19842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5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Automação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5628132" y="2286000"/>
            <a:ext cx="12984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</a:t>
            </a:r>
            <a:r>
              <a:rPr lang="pt-BR" sz="1050" noProof="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disparado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diária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7018020" y="2286000"/>
            <a:ext cx="173736" cy="228600"/>
          </a:xfrm>
          <a:prstGeom prst="rightArrow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4"/>
          <p:cNvSpPr/>
          <p:nvPr/>
        </p:nvSpPr>
        <p:spPr>
          <a:xfrm>
            <a:off x="7205472" y="1325880"/>
            <a:ext cx="1481328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E1E7EF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2" name="Shape 25"/>
          <p:cNvSpPr/>
          <p:nvPr/>
        </p:nvSpPr>
        <p:spPr>
          <a:xfrm>
            <a:off x="7315200" y="1463040"/>
            <a:ext cx="420624" cy="420624"/>
          </a:xfrm>
          <a:prstGeom prst="ellipse">
            <a:avLst/>
          </a:prstGeom>
          <a:solidFill>
            <a:srgbClr val="005CA9"/>
          </a:solidFill>
          <a:ln w="12700">
            <a:solidFill>
              <a:srgbClr val="005CA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4928" y="1572768"/>
            <a:ext cx="201168" cy="201168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7315200" y="19842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A25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Dashboard</a:t>
            </a:r>
            <a:endParaRPr lang="en-US" sz="1200"/>
          </a:p>
        </p:txBody>
      </p:sp>
      <p:sp>
        <p:nvSpPr>
          <p:cNvPr id="35" name="Text 27"/>
          <p:cNvSpPr/>
          <p:nvPr/>
        </p:nvSpPr>
        <p:spPr>
          <a:xfrm>
            <a:off x="7315200" y="2286000"/>
            <a:ext cx="12984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gráficos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diários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apoiam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tomada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457200" y="3611880"/>
            <a:ext cx="8229600" cy="502920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29"/>
          <p:cNvSpPr/>
          <p:nvPr/>
        </p:nvSpPr>
        <p:spPr>
          <a:xfrm>
            <a:off x="640080" y="36118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50" dirty="0"/>
          </a:p>
        </p:txBody>
      </p:sp>
      <p:sp>
        <p:nvSpPr>
          <p:cNvPr id="38" name="Text 30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502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>
                <a:solidFill>
                  <a:srgbClr val="0A25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painel enxerga o que antes era invisível</a:t>
            </a:r>
            <a:endParaRPr lang="en-US" sz="260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MONITORAMENTO PIX</a:t>
            </a:r>
            <a:endParaRPr lang="en-US" sz="800"/>
          </a:p>
        </p:txBody>
      </p:sp>
      <p:sp>
        <p:nvSpPr>
          <p:cNvPr id="5" name="Text 3"/>
          <p:cNvSpPr/>
          <p:nvPr/>
        </p:nvSpPr>
        <p:spPr>
          <a:xfrm>
            <a:off x="8229600" y="48463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/>
          </a:p>
        </p:txBody>
      </p:sp>
      <p:sp>
        <p:nvSpPr>
          <p:cNvPr id="7" name="Shape 4"/>
          <p:cNvSpPr/>
          <p:nvPr/>
        </p:nvSpPr>
        <p:spPr>
          <a:xfrm>
            <a:off x="457200" y="1325880"/>
            <a:ext cx="5029200" cy="3291840"/>
          </a:xfrm>
          <a:prstGeom prst="rect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731520" y="1508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79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14/OUT · FALHA NA LIQUIDAÇÃO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31520" y="18288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6,73%</a:t>
            </a:r>
            <a:endParaRPr lang="en-US" sz="7200"/>
          </a:p>
        </p:txBody>
      </p:sp>
      <p:sp>
        <p:nvSpPr>
          <p:cNvPr id="10" name="Text 7"/>
          <p:cNvSpPr/>
          <p:nvPr/>
        </p:nvSpPr>
        <p:spPr>
          <a:xfrm>
            <a:off x="731520" y="3017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 err="1">
                <a:solidFill>
                  <a:srgbClr val="CF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</a:t>
            </a:r>
            <a:r>
              <a:rPr lang="en-US" sz="1500" dirty="0">
                <a:solidFill>
                  <a:srgbClr val="CF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500" dirty="0" err="1">
                <a:solidFill>
                  <a:srgbClr val="CF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insucesso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31520" y="34747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115× o normal</a:t>
            </a:r>
            <a:endParaRPr lang="en-US" sz="2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502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>
                <a:solidFill>
                  <a:srgbClr val="0A25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 2,6 bi de linhas para ~200 mil</a:t>
            </a:r>
            <a:endParaRPr lang="en-US" sz="260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MONITORAMENTO PIX</a:t>
            </a:r>
            <a:endParaRPr lang="en-US" sz="800"/>
          </a:p>
        </p:txBody>
      </p:sp>
      <p:sp>
        <p:nvSpPr>
          <p:cNvPr id="5" name="Text 3"/>
          <p:cNvSpPr/>
          <p:nvPr/>
        </p:nvSpPr>
        <p:spPr>
          <a:xfrm>
            <a:off x="8229600" y="48463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/>
          </a:p>
        </p:txBody>
      </p:sp>
      <p:sp>
        <p:nvSpPr>
          <p:cNvPr id="7" name="Shape 4"/>
          <p:cNvSpPr/>
          <p:nvPr/>
        </p:nvSpPr>
        <p:spPr>
          <a:xfrm>
            <a:off x="457200" y="1325880"/>
            <a:ext cx="2560320" cy="3291840"/>
          </a:xfrm>
          <a:prstGeom prst="rect">
            <a:avLst/>
          </a:prstGeom>
          <a:solidFill>
            <a:srgbClr val="005CA9"/>
          </a:solidFill>
          <a:ln w="12700">
            <a:solidFill>
              <a:srgbClr val="005CA9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640080" y="1463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79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</a:t>
            </a:r>
            <a:endParaRPr lang="en-US" sz="1100"/>
          </a:p>
        </p:txBody>
      </p:sp>
      <p:sp>
        <p:nvSpPr>
          <p:cNvPr id="9" name="Text 6"/>
          <p:cNvSpPr/>
          <p:nvPr/>
        </p:nvSpPr>
        <p:spPr>
          <a:xfrm>
            <a:off x="640080" y="18288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≈13.000×</a:t>
            </a:r>
            <a:endParaRPr lang="en-US" sz="3000"/>
          </a:p>
        </p:txBody>
      </p:sp>
      <p:sp>
        <p:nvSpPr>
          <p:cNvPr id="10" name="Text 7"/>
          <p:cNvSpPr/>
          <p:nvPr/>
        </p:nvSpPr>
        <p:spPr>
          <a:xfrm>
            <a:off x="640080" y="2560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linhas consultadas</a:t>
            </a:r>
            <a:endParaRPr lang="en-US" sz="1400"/>
          </a:p>
        </p:txBody>
      </p:sp>
      <p:sp>
        <p:nvSpPr>
          <p:cNvPr id="11" name="Text 8"/>
          <p:cNvSpPr/>
          <p:nvPr/>
        </p:nvSpPr>
        <p:spPr>
          <a:xfrm>
            <a:off x="640080" y="32004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CF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 bilhões → ~200 mil linhas</a:t>
            </a:r>
            <a:endParaRPr lang="en-US" sz="120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6120" y="1325880"/>
          <a:ext cx="5440680" cy="32918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Depois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 consultado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 bilhões de linhas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~200 mil linhas (≈13.000× menos)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Medido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de insucesso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0,49%, com 36% das rejeições fora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0,76%; 131 mil rejeições/dia recuperadas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Medido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Reconciliação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Numerador e denominador de fontes diferentes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Mesma origem: Cam1 ≡ P1 &lt; 0,0002%; Cam2 ≡ P2 = 0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Medido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Classificação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Cancelamento na Origem e no Destino com erro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 mil mensagens reclassificadas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Medido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502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>
                <a:solidFill>
                  <a:srgbClr val="0A25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Medido, projetado e o que ainda falta</a:t>
            </a:r>
            <a:endParaRPr lang="en-US" sz="260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MONITORAMENTO PIX</a:t>
            </a:r>
            <a:endParaRPr lang="en-US" sz="800"/>
          </a:p>
        </p:txBody>
      </p:sp>
      <p:sp>
        <p:nvSpPr>
          <p:cNvPr id="5" name="Text 3"/>
          <p:cNvSpPr/>
          <p:nvPr/>
        </p:nvSpPr>
        <p:spPr>
          <a:xfrm>
            <a:off x="8229600" y="48463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/>
          </a:p>
        </p:txBody>
      </p:sp>
      <p:sp>
        <p:nvSpPr>
          <p:cNvPr id="7" name="Shape 4"/>
          <p:cNvSpPr/>
          <p:nvPr/>
        </p:nvSpPr>
        <p:spPr>
          <a:xfrm>
            <a:off x="457200" y="1325880"/>
            <a:ext cx="2651760" cy="2240280"/>
          </a:xfrm>
          <a:prstGeom prst="rect">
            <a:avLst/>
          </a:prstGeom>
          <a:solidFill>
            <a:srgbClr val="FFFFFF"/>
          </a:solidFill>
          <a:ln w="6350">
            <a:solidFill>
              <a:srgbClr val="E1E7EF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457200" y="1325880"/>
            <a:ext cx="2651760" cy="73152"/>
          </a:xfrm>
          <a:prstGeom prst="rect">
            <a:avLst/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640080" y="1508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>
                <a:solidFill>
                  <a:srgbClr val="1E8E5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MEDIDO</a:t>
            </a:r>
            <a:endParaRPr lang="en-US" sz="1300"/>
          </a:p>
        </p:txBody>
      </p:sp>
      <p:sp>
        <p:nvSpPr>
          <p:cNvPr id="10" name="Text 7"/>
          <p:cNvSpPr/>
          <p:nvPr/>
        </p:nvSpPr>
        <p:spPr>
          <a:xfrm>
            <a:off x="640080" y="187452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de 36% corrigido</a:t>
            </a:r>
            <a:endParaRPr lang="en-US" sz="120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Reconciliação ≤ 0,0002%, sem duplicatas na chave</a:t>
            </a:r>
            <a:endParaRPr lang="en-US" sz="120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≈13.000× menos linhas consultadas</a:t>
            </a:r>
            <a:endParaRPr lang="en-US" sz="1200"/>
          </a:p>
        </p:txBody>
      </p:sp>
      <p:sp>
        <p:nvSpPr>
          <p:cNvPr id="11" name="Shape 8"/>
          <p:cNvSpPr/>
          <p:nvPr/>
        </p:nvSpPr>
        <p:spPr>
          <a:xfrm>
            <a:off x="3246120" y="1325880"/>
            <a:ext cx="2651760" cy="2240280"/>
          </a:xfrm>
          <a:prstGeom prst="rect">
            <a:avLst/>
          </a:prstGeom>
          <a:solidFill>
            <a:srgbClr val="FFFFFF"/>
          </a:solidFill>
          <a:ln w="6350">
            <a:solidFill>
              <a:srgbClr val="E1E7EF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9"/>
          <p:cNvSpPr/>
          <p:nvPr/>
        </p:nvSpPr>
        <p:spPr>
          <a:xfrm>
            <a:off x="3246120" y="1325880"/>
            <a:ext cx="2651760" cy="73152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3429000" y="1508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PROJETADO</a:t>
            </a:r>
            <a:endParaRPr lang="en-US" sz="1300"/>
          </a:p>
        </p:txBody>
      </p:sp>
      <p:sp>
        <p:nvSpPr>
          <p:cNvPr id="14" name="Text 11"/>
          <p:cNvSpPr/>
          <p:nvPr/>
        </p:nvSpPr>
        <p:spPr>
          <a:xfrm>
            <a:off x="3429000" y="187452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abaixo de 10 minutos por dia</a:t>
            </a:r>
            <a:endParaRPr lang="en-US" sz="120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Hipótese: validar com o monitoramento do job em produção</a:t>
            </a:r>
            <a:endParaRPr lang="en-US" sz="1200"/>
          </a:p>
        </p:txBody>
      </p:sp>
      <p:sp>
        <p:nvSpPr>
          <p:cNvPr id="15" name="Shape 12"/>
          <p:cNvSpPr/>
          <p:nvPr/>
        </p:nvSpPr>
        <p:spPr>
          <a:xfrm>
            <a:off x="6035040" y="1325880"/>
            <a:ext cx="2651760" cy="2240280"/>
          </a:xfrm>
          <a:prstGeom prst="rect">
            <a:avLst/>
          </a:prstGeom>
          <a:solidFill>
            <a:srgbClr val="FFFFFF"/>
          </a:solidFill>
          <a:ln w="6350">
            <a:solidFill>
              <a:srgbClr val="E1E7EF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6035040" y="1325880"/>
            <a:ext cx="2651760" cy="73152"/>
          </a:xfrm>
          <a:prstGeom prst="rect">
            <a:avLst/>
          </a:prstGeom>
          <a:solidFill>
            <a:srgbClr val="005CA9"/>
          </a:solidFill>
          <a:ln w="12700">
            <a:solidFill>
              <a:srgbClr val="005CA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6217920" y="1508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>
                <a:solidFill>
                  <a:srgbClr val="005CA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COBERTURA</a:t>
            </a:r>
            <a:endParaRPr lang="en-US" sz="1300"/>
          </a:p>
        </p:txBody>
      </p:sp>
      <p:sp>
        <p:nvSpPr>
          <p:cNvPr id="18" name="Shape 15"/>
          <p:cNvSpPr/>
          <p:nvPr/>
        </p:nvSpPr>
        <p:spPr>
          <a:xfrm>
            <a:off x="6217920" y="1920240"/>
            <a:ext cx="411480" cy="4114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AA9B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621792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000"/>
          </a:p>
        </p:txBody>
      </p:sp>
      <p:sp>
        <p:nvSpPr>
          <p:cNvPr id="20" name="Shape 17"/>
          <p:cNvSpPr/>
          <p:nvPr/>
        </p:nvSpPr>
        <p:spPr>
          <a:xfrm>
            <a:off x="6812280" y="1920240"/>
            <a:ext cx="411480" cy="411480"/>
          </a:xfrm>
          <a:prstGeom prst="ellipse">
            <a:avLst/>
          </a:prstGeom>
          <a:solidFill>
            <a:srgbClr val="005CA9"/>
          </a:solidFill>
          <a:ln w="15875">
            <a:solidFill>
              <a:srgbClr val="005CA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681228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000"/>
          </a:p>
        </p:txBody>
      </p:sp>
      <p:sp>
        <p:nvSpPr>
          <p:cNvPr id="22" name="Shape 19"/>
          <p:cNvSpPr/>
          <p:nvPr/>
        </p:nvSpPr>
        <p:spPr>
          <a:xfrm>
            <a:off x="7406640" y="1920240"/>
            <a:ext cx="411480" cy="411480"/>
          </a:xfrm>
          <a:prstGeom prst="ellipse">
            <a:avLst/>
          </a:prstGeom>
          <a:solidFill>
            <a:srgbClr val="005CA9"/>
          </a:solidFill>
          <a:ln w="15875">
            <a:solidFill>
              <a:srgbClr val="005CA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740664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000"/>
          </a:p>
        </p:txBody>
      </p:sp>
      <p:sp>
        <p:nvSpPr>
          <p:cNvPr id="24" name="Shape 21"/>
          <p:cNvSpPr/>
          <p:nvPr/>
        </p:nvSpPr>
        <p:spPr>
          <a:xfrm>
            <a:off x="8001000" y="1920240"/>
            <a:ext cx="411480" cy="4114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AA9B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800100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000"/>
          </a:p>
        </p:txBody>
      </p:sp>
      <p:sp>
        <p:nvSpPr>
          <p:cNvPr id="26" name="Shape 23"/>
          <p:cNvSpPr/>
          <p:nvPr/>
        </p:nvSpPr>
        <p:spPr>
          <a:xfrm>
            <a:off x="6217920" y="2423160"/>
            <a:ext cx="411480" cy="4114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AA9B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6217920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000"/>
          </a:p>
        </p:txBody>
      </p:sp>
      <p:sp>
        <p:nvSpPr>
          <p:cNvPr id="28" name="Shape 25"/>
          <p:cNvSpPr/>
          <p:nvPr/>
        </p:nvSpPr>
        <p:spPr>
          <a:xfrm>
            <a:off x="6812280" y="2423160"/>
            <a:ext cx="411480" cy="411480"/>
          </a:xfrm>
          <a:prstGeom prst="ellipse">
            <a:avLst/>
          </a:prstGeom>
          <a:solidFill>
            <a:srgbClr val="005CA9"/>
          </a:solidFill>
          <a:ln w="15875">
            <a:solidFill>
              <a:srgbClr val="005CA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6812280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#6</a:t>
            </a:r>
            <a:endParaRPr lang="en-US" sz="1000"/>
          </a:p>
        </p:txBody>
      </p:sp>
      <p:sp>
        <p:nvSpPr>
          <p:cNvPr id="30" name="Shape 27"/>
          <p:cNvSpPr/>
          <p:nvPr/>
        </p:nvSpPr>
        <p:spPr>
          <a:xfrm>
            <a:off x="7406640" y="2423160"/>
            <a:ext cx="411480" cy="411480"/>
          </a:xfrm>
          <a:prstGeom prst="ellipse">
            <a:avLst/>
          </a:prstGeom>
          <a:solidFill>
            <a:srgbClr val="005CA9"/>
          </a:solidFill>
          <a:ln w="15875">
            <a:solidFill>
              <a:srgbClr val="005CA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8"/>
          <p:cNvSpPr/>
          <p:nvPr/>
        </p:nvSpPr>
        <p:spPr>
          <a:xfrm>
            <a:off x="7406640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#7</a:t>
            </a:r>
            <a:endParaRPr lang="en-US" sz="1000"/>
          </a:p>
        </p:txBody>
      </p:sp>
      <p:sp>
        <p:nvSpPr>
          <p:cNvPr id="32" name="Shape 29"/>
          <p:cNvSpPr/>
          <p:nvPr/>
        </p:nvSpPr>
        <p:spPr>
          <a:xfrm>
            <a:off x="8001000" y="2423160"/>
            <a:ext cx="411480" cy="411480"/>
          </a:xfrm>
          <a:prstGeom prst="ellipse">
            <a:avLst/>
          </a:prstGeom>
          <a:solidFill>
            <a:srgbClr val="005CA9"/>
          </a:solidFill>
          <a:ln w="15875">
            <a:solidFill>
              <a:srgbClr val="005CA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8001000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#8</a:t>
            </a:r>
            <a:endParaRPr lang="en-US" sz="1000"/>
          </a:p>
        </p:txBody>
      </p:sp>
      <p:sp>
        <p:nvSpPr>
          <p:cNvPr id="34" name="Text 31"/>
          <p:cNvSpPr/>
          <p:nvPr/>
        </p:nvSpPr>
        <p:spPr>
          <a:xfrm>
            <a:off x="6217920" y="29718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de 8 TMOs atendidos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Pendentes: #1, #4 e #5</a:t>
            </a:r>
            <a:endParaRPr lang="en-US" sz="1200"/>
          </a:p>
        </p:txBody>
      </p:sp>
      <p:sp>
        <p:nvSpPr>
          <p:cNvPr id="35" name="Shape 32"/>
          <p:cNvSpPr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solidFill>
            <a:srgbClr val="FDEDEE"/>
          </a:solidFill>
          <a:ln w="12700">
            <a:solidFill>
              <a:srgbClr val="FDEDE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Shape 33"/>
          <p:cNvSpPr/>
          <p:nvPr/>
        </p:nvSpPr>
        <p:spPr>
          <a:xfrm>
            <a:off x="457200" y="3749040"/>
            <a:ext cx="64008" cy="9144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685800" y="37490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conhecidas: </a:t>
            </a:r>
            <a:r>
              <a:rPr lang="en-US" sz="120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GAP-001 (contagem por mensagem; cerca de 3,8% podem ser retentativas) · códigos fantasma 129–133 · P3 com quatro dias de atraso · 27 registros com valor negativo · publicação em produção depende da esteira GEGOD.</a:t>
            </a:r>
            <a:endParaRPr lang="en-US" sz="12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502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>
                <a:solidFill>
                  <a:srgbClr val="0A25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 base confiável à visão executiva</a:t>
            </a:r>
            <a:endParaRPr lang="en-US" sz="260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MONITORAMENTO PIX</a:t>
            </a:r>
            <a:endParaRPr lang="en-US" sz="800"/>
          </a:p>
        </p:txBody>
      </p:sp>
      <p:sp>
        <p:nvSpPr>
          <p:cNvPr id="5" name="Text 3"/>
          <p:cNvSpPr/>
          <p:nvPr/>
        </p:nvSpPr>
        <p:spPr>
          <a:xfrm>
            <a:off x="8229600" y="48463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/>
          </a:p>
        </p:txBody>
      </p:sp>
      <p:sp>
        <p:nvSpPr>
          <p:cNvPr id="7" name="Shape 4"/>
          <p:cNvSpPr/>
          <p:nvPr/>
        </p:nvSpPr>
        <p:spPr>
          <a:xfrm>
            <a:off x="914400" y="1600200"/>
            <a:ext cx="7315200" cy="0"/>
          </a:xfrm>
          <a:prstGeom prst="line">
            <a:avLst/>
          </a:prstGeom>
          <a:noFill/>
          <a:ln w="25400">
            <a:solidFill>
              <a:srgbClr val="9AA9B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1554480" y="1417320"/>
            <a:ext cx="365760" cy="365760"/>
          </a:xfrm>
          <a:prstGeom prst="ellipse">
            <a:avLst/>
          </a:prstGeom>
          <a:solidFill>
            <a:srgbClr val="005CA9"/>
          </a:solidFill>
          <a:ln w="38100">
            <a:solidFill>
              <a:srgbClr val="F3F6F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6"/>
          <p:cNvSpPr/>
          <p:nvPr/>
        </p:nvSpPr>
        <p:spPr>
          <a:xfrm>
            <a:off x="457200" y="2011680"/>
            <a:ext cx="265176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E1E7EF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640080" y="2148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005C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out/2026</a:t>
            </a:r>
            <a:endParaRPr lang="en-US" sz="1100"/>
          </a:p>
        </p:txBody>
      </p:sp>
      <p:sp>
        <p:nvSpPr>
          <p:cNvPr id="11" name="Text 8"/>
          <p:cNvSpPr/>
          <p:nvPr/>
        </p:nvSpPr>
        <p:spPr>
          <a:xfrm>
            <a:off x="640080" y="2468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A25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Indicadores TMO</a:t>
            </a:r>
            <a:endParaRPr lang="en-US" sz="1400"/>
          </a:p>
        </p:txBody>
      </p:sp>
      <p:sp>
        <p:nvSpPr>
          <p:cNvPr id="12" name="Text 9"/>
          <p:cNvSpPr/>
          <p:nvPr/>
        </p:nvSpPr>
        <p:spPr>
          <a:xfrm>
            <a:off x="640080" y="29260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de 8 atendidos</a:t>
            </a:r>
            <a:endParaRPr lang="en-US" sz="120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Faltam #1, #4 e #5</a:t>
            </a:r>
            <a:endParaRPr lang="en-US" sz="1200"/>
          </a:p>
        </p:txBody>
      </p:sp>
      <p:sp>
        <p:nvSpPr>
          <p:cNvPr id="13" name="Shape 10"/>
          <p:cNvSpPr/>
          <p:nvPr/>
        </p:nvSpPr>
        <p:spPr>
          <a:xfrm>
            <a:off x="4343400" y="1417320"/>
            <a:ext cx="365760" cy="365760"/>
          </a:xfrm>
          <a:prstGeom prst="ellipse">
            <a:avLst/>
          </a:prstGeom>
          <a:solidFill>
            <a:srgbClr val="005CA9"/>
          </a:solidFill>
          <a:ln w="38100">
            <a:solidFill>
              <a:srgbClr val="F3F6F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1"/>
          <p:cNvSpPr/>
          <p:nvPr/>
        </p:nvSpPr>
        <p:spPr>
          <a:xfrm>
            <a:off x="3246120" y="2011680"/>
            <a:ext cx="265176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E1E7EF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3429000" y="2148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005C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nov/2026</a:t>
            </a:r>
            <a:endParaRPr lang="en-US" sz="1100"/>
          </a:p>
        </p:txBody>
      </p:sp>
      <p:sp>
        <p:nvSpPr>
          <p:cNvPr id="16" name="Text 13"/>
          <p:cNvSpPr/>
          <p:nvPr/>
        </p:nvSpPr>
        <p:spPr>
          <a:xfrm>
            <a:off x="3429000" y="2468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A25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Painéis e integração</a:t>
            </a:r>
            <a:endParaRPr lang="en-US" sz="1400"/>
          </a:p>
        </p:txBody>
      </p:sp>
      <p:sp>
        <p:nvSpPr>
          <p:cNvPr id="17" name="Text 14"/>
          <p:cNvSpPr/>
          <p:nvPr/>
        </p:nvSpPr>
        <p:spPr>
          <a:xfrm>
            <a:off x="3429000" y="29260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BEOPF06 + Tableau</a:t>
            </a:r>
            <a:endParaRPr lang="en-US" sz="120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 QR Code × transacional</a:t>
            </a:r>
            <a:endParaRPr lang="en-US" sz="120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Tarifas e isenções</a:t>
            </a:r>
            <a:endParaRPr lang="en-US" sz="120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Espaço Genie</a:t>
            </a:r>
            <a:endParaRPr lang="en-US" sz="1200"/>
          </a:p>
        </p:txBody>
      </p:sp>
      <p:sp>
        <p:nvSpPr>
          <p:cNvPr id="18" name="Shape 15"/>
          <p:cNvSpPr/>
          <p:nvPr/>
        </p:nvSpPr>
        <p:spPr>
          <a:xfrm>
            <a:off x="7132320" y="1417320"/>
            <a:ext cx="365760" cy="365760"/>
          </a:xfrm>
          <a:prstGeom prst="ellipse">
            <a:avLst/>
          </a:prstGeom>
          <a:solidFill>
            <a:srgbClr val="F7941D"/>
          </a:solidFill>
          <a:ln w="38100">
            <a:solidFill>
              <a:srgbClr val="F3F6F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6"/>
          <p:cNvSpPr/>
          <p:nvPr/>
        </p:nvSpPr>
        <p:spPr>
          <a:xfrm>
            <a:off x="6035040" y="2011680"/>
            <a:ext cx="2651760" cy="2377440"/>
          </a:xfrm>
          <a:prstGeom prst="rect">
            <a:avLst/>
          </a:prstGeom>
          <a:solidFill>
            <a:srgbClr val="005CA9"/>
          </a:solidFill>
          <a:ln w="6350">
            <a:solidFill>
              <a:srgbClr val="005CA9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6217920" y="2148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F79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· dez/2026</a:t>
            </a:r>
            <a:endParaRPr lang="en-US" sz="1100"/>
          </a:p>
        </p:txBody>
      </p:sp>
      <p:sp>
        <p:nvSpPr>
          <p:cNvPr id="21" name="Text 18"/>
          <p:cNvSpPr/>
          <p:nvPr/>
        </p:nvSpPr>
        <p:spPr>
          <a:xfrm>
            <a:off x="6217920" y="2468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Visão executiva</a:t>
            </a:r>
            <a:endParaRPr lang="en-US" sz="1400"/>
          </a:p>
        </p:txBody>
      </p:sp>
      <p:sp>
        <p:nvSpPr>
          <p:cNvPr id="22" name="Text 19"/>
          <p:cNvSpPr/>
          <p:nvPr/>
        </p:nvSpPr>
        <p:spPr>
          <a:xfrm>
            <a:off x="6217920" y="29260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CGC Agregador para Agências, SR e SEV</a:t>
            </a:r>
            <a:endParaRPr lang="en-US" sz="120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Varejo e Atacado</a:t>
            </a:r>
            <a:endParaRPr lang="en-US" sz="1200"/>
          </a:p>
        </p:txBody>
      </p:sp>
      <p:sp>
        <p:nvSpPr>
          <p:cNvPr id="23" name="Text 20"/>
          <p:cNvSpPr/>
          <p:nvPr/>
        </p:nvSpPr>
        <p:spPr>
          <a:xfrm>
            <a:off x="6217920" y="3931920"/>
            <a:ext cx="2286000" cy="274320"/>
          </a:xfrm>
          <a:prstGeom prst="rect">
            <a:avLst/>
          </a:prstGeom>
          <a:solidFill>
            <a:srgbClr val="F7941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PROPOSTO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lose_bg.png"/>
          <p:cNvPicPr>
            <a:picLocks noChangeAspect="1"/>
          </p:cNvPicPr>
          <p:nvPr/>
        </p:nvPicPr>
        <p:blipFill>
          <a:blip r:embed="rId3"/>
          <a:srcRect t="5000" b="10543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2540">
              <a:alpha val="70000"/>
            </a:srgbClr>
          </a:solidFill>
          <a:ln w="12700">
            <a:solidFill>
              <a:srgbClr val="0A25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2"/>
          <p:cNvSpPr/>
          <p:nvPr/>
        </p:nvSpPr>
        <p:spPr>
          <a:xfrm>
            <a:off x="640080" y="1005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>
                <a:solidFill>
                  <a:srgbClr val="CF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Começamos perguntando se a CAIXA enxerga o PIX com confiança.</a:t>
            </a:r>
            <a:endParaRPr lang="en-US" sz="160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Não</a:t>
            </a: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30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mostramos</a:t>
            </a: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30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apenas</a:t>
            </a: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30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números</a:t>
            </a: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 </a:t>
            </a:r>
            <a:r>
              <a:rPr lang="en-US" sz="30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Devolvemos</a:t>
            </a: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à CAIXA a </a:t>
            </a:r>
            <a:r>
              <a:rPr lang="en-US" sz="30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visão</a:t>
            </a: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30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estratégica</a:t>
            </a: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do PIX.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640080" y="3520440"/>
            <a:ext cx="7863840" cy="914400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868680" y="3520440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283</TotalTime>
  <Words>2402</Words>
  <Application>Microsoft Office PowerPoint</Application>
  <PresentationFormat>Apresentação na tela (16:9)</PresentationFormat>
  <Paragraphs>175</Paragraphs>
  <Slides>12</Slides>
  <Notes>12</Notes>
  <HiddenSlides>4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6" baseType="lpstr">
      <vt:lpstr>Arial</vt:lpstr>
      <vt:lpstr>Calibri</vt:lpstr>
      <vt:lpstr>Trebuchet MS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Painel de Monitoramento PIX – Pitch de impacto</dc:title>
  <dc:subject>PptxGenJS Presentation</dc:subject>
  <dc:creator>Gabriel Figueiredo Gomes</dc:creator>
  <cp:lastModifiedBy>Eduardo Constantino de Oliveira</cp:lastModifiedBy>
  <cp:revision>1</cp:revision>
  <dcterms:created xsi:type="dcterms:W3CDTF">2026-10-21T16:16:11Z</dcterms:created>
  <dcterms:modified xsi:type="dcterms:W3CDTF">2026-10-22T00:20:47Z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1a47ad8-907a-4afd-bc2a-6b2ee4f96f0c_Enabled">
    <vt:lpwstr>true</vt:lpwstr>
  </property>
  <property fmtid="{D5CDD505-2E9C-101B-9397-08002B2CF9AE}" pid="3" name="MSIP_Label_f1a47ad8-907a-4afd-bc2a-6b2ee4f96f0c_SetDate">
    <vt:lpwstr>2026-10-21T16:16:12Z</vt:lpwstr>
  </property>
  <property fmtid="{D5CDD505-2E9C-101B-9397-08002B2CF9AE}" pid="4" name="MSIP_Label_f1a47ad8-907a-4afd-bc2a-6b2ee4f96f0c_Method">
    <vt:lpwstr>Privileged</vt:lpwstr>
  </property>
  <property fmtid="{D5CDD505-2E9C-101B-9397-08002B2CF9AE}" pid="5" name="MSIP_Label_f1a47ad8-907a-4afd-bc2a-6b2ee4f96f0c_Name">
    <vt:lpwstr>#EXTERNO_CONFIDENCIAL</vt:lpwstr>
  </property>
  <property fmtid="{D5CDD505-2E9C-101B-9397-08002B2CF9AE}" pid="6" name="MSIP_Label_f1a47ad8-907a-4afd-bc2a-6b2ee4f96f0c_SiteId">
    <vt:lpwstr>ab9bba98-684a-43fb-add8-9c2bebede229</vt:lpwstr>
  </property>
  <property fmtid="{D5CDD505-2E9C-101B-9397-08002B2CF9AE}" pid="7" name="MSIP_Label_f1a47ad8-907a-4afd-bc2a-6b2ee4f96f0c_ActionId">
    <vt:lpwstr>34d4984e-c7e7-4f43-92fa-0a02a3999685</vt:lpwstr>
  </property>
  <property fmtid="{D5CDD505-2E9C-101B-9397-08002B2CF9AE}" pid="8" name="MSIP_Label_f1a47ad8-907a-4afd-bc2a-6b2ee4f96f0c_ContentBits">
    <vt:lpwstr>0</vt:lpwstr>
  </property>
</Properties>
</file>